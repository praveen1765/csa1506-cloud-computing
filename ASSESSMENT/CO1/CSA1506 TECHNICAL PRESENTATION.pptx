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17" r:id="rId5"/>
    <p:sldId id="278" r:id="rId6"/>
    <p:sldId id="333" r:id="rId7"/>
    <p:sldId id="331" r:id="rId8"/>
    <p:sldId id="332" r:id="rId9"/>
    <p:sldId id="327" r:id="rId10"/>
    <p:sldId id="334" r:id="rId11"/>
    <p:sldId id="33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67541-4544-4975-93D6-527934B803C3}" v="13" dt="2026-07-21T08:57:37.435"/>
  </p1510:revLst>
</p1510:revInfo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05" autoAdjust="0"/>
  </p:normalViewPr>
  <p:slideViewPr>
    <p:cSldViewPr snapToGrid="0" showGuides="1">
      <p:cViewPr varScale="1">
        <p:scale>
          <a:sx n="78" d="100"/>
          <a:sy n="78" d="100"/>
        </p:scale>
        <p:origin x="110" y="43"/>
      </p:cViewPr>
      <p:guideLst>
        <p:guide orient="horz" pos="528"/>
        <p:guide pos="3840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Kumar" userId="2a469caf5ba69260" providerId="LiveId" clId="{5D13352C-775F-494B-8070-357993776B2F}"/>
    <pc:docChg chg="undo redo custSel addSld delSld modSld sldOrd">
      <pc:chgData name="Praveen Kumar" userId="2a469caf5ba69260" providerId="LiveId" clId="{5D13352C-775F-494B-8070-357993776B2F}" dt="2026-07-21T09:10:31.501" v="873" actId="15"/>
      <pc:docMkLst>
        <pc:docMk/>
      </pc:docMkLst>
      <pc:sldChg chg="addSp delSp modSp mod">
        <pc:chgData name="Praveen Kumar" userId="2a469caf5ba69260" providerId="LiveId" clId="{5D13352C-775F-494B-8070-357993776B2F}" dt="2026-07-21T08:48:48.531" v="601" actId="255"/>
        <pc:sldMkLst>
          <pc:docMk/>
          <pc:sldMk cId="0" sldId="278"/>
        </pc:sldMkLst>
        <pc:spChg chg="del mod">
          <ac:chgData name="Praveen Kumar" userId="2a469caf5ba69260" providerId="LiveId" clId="{5D13352C-775F-494B-8070-357993776B2F}" dt="2026-07-21T08:48:06.179" v="594"/>
          <ac:spMkLst>
            <pc:docMk/>
            <pc:sldMk cId="0" sldId="278"/>
            <ac:spMk id="4" creationId="{00000000-0000-0000-0000-000000000000}"/>
          </ac:spMkLst>
        </pc:spChg>
        <pc:spChg chg="add mod">
          <ac:chgData name="Praveen Kumar" userId="2a469caf5ba69260" providerId="LiveId" clId="{5D13352C-775F-494B-8070-357993776B2F}" dt="2026-07-21T08:48:21.547" v="595" actId="2710"/>
          <ac:spMkLst>
            <pc:docMk/>
            <pc:sldMk cId="0" sldId="278"/>
            <ac:spMk id="5" creationId="{C710933B-AD92-A58E-9D03-C98061D29527}"/>
          </ac:spMkLst>
        </pc:spChg>
        <pc:spChg chg="add mod">
          <ac:chgData name="Praveen Kumar" userId="2a469caf5ba69260" providerId="LiveId" clId="{5D13352C-775F-494B-8070-357993776B2F}" dt="2026-07-21T08:48:48.531" v="601" actId="255"/>
          <ac:spMkLst>
            <pc:docMk/>
            <pc:sldMk cId="0" sldId="278"/>
            <ac:spMk id="6" creationId="{70B525B2-AEAD-87A9-EA69-B2E4710F3944}"/>
          </ac:spMkLst>
        </pc:spChg>
        <pc:spChg chg="mod">
          <ac:chgData name="Praveen Kumar" userId="2a469caf5ba69260" providerId="LiveId" clId="{5D13352C-775F-494B-8070-357993776B2F}" dt="2026-07-21T08:46:35.040" v="570" actId="20577"/>
          <ac:spMkLst>
            <pc:docMk/>
            <pc:sldMk cId="0" sldId="278"/>
            <ac:spMk id="10" creationId="{00000000-0000-0000-0000-000000000000}"/>
          </ac:spMkLst>
        </pc:spChg>
      </pc:sldChg>
      <pc:sldChg chg="addSp delSp modSp del mod">
        <pc:chgData name="Praveen Kumar" userId="2a469caf5ba69260" providerId="LiveId" clId="{5D13352C-775F-494B-8070-357993776B2F}" dt="2026-07-21T08:51:08.009" v="662" actId="47"/>
        <pc:sldMkLst>
          <pc:docMk/>
          <pc:sldMk cId="0" sldId="309"/>
        </pc:sldMkLst>
        <pc:picChg chg="add del mod">
          <ac:chgData name="Praveen Kumar" userId="2a469caf5ba69260" providerId="LiveId" clId="{5D13352C-775F-494B-8070-357993776B2F}" dt="2026-07-21T08:49:21.268" v="602" actId="478"/>
          <ac:picMkLst>
            <pc:docMk/>
            <pc:sldMk cId="0" sldId="309"/>
            <ac:picMk id="10" creationId="{06B417BD-D996-2285-9FBF-0A0B23A96094}"/>
          </ac:picMkLst>
        </pc:picChg>
      </pc:sldChg>
      <pc:sldChg chg="addSp delSp modSp mod">
        <pc:chgData name="Praveen Kumar" userId="2a469caf5ba69260" providerId="LiveId" clId="{5D13352C-775F-494B-8070-357993776B2F}" dt="2026-07-21T08:46:10.975" v="553" actId="1076"/>
        <pc:sldMkLst>
          <pc:docMk/>
          <pc:sldMk cId="0" sldId="317"/>
        </pc:sldMkLst>
        <pc:spChg chg="del mod">
          <ac:chgData name="Praveen Kumar" userId="2a469caf5ba69260" providerId="LiveId" clId="{5D13352C-775F-494B-8070-357993776B2F}" dt="2026-07-21T08:45:50.985" v="550"/>
          <ac:spMkLst>
            <pc:docMk/>
            <pc:sldMk cId="0" sldId="317"/>
            <ac:spMk id="5" creationId="{00000000-0000-0000-0000-000000000000}"/>
          </ac:spMkLst>
        </pc:spChg>
        <pc:spChg chg="add mod">
          <ac:chgData name="Praveen Kumar" userId="2a469caf5ba69260" providerId="LiveId" clId="{5D13352C-775F-494B-8070-357993776B2F}" dt="2026-07-21T08:45:39.431" v="546" actId="1076"/>
          <ac:spMkLst>
            <pc:docMk/>
            <pc:sldMk cId="0" sldId="317"/>
            <ac:spMk id="7" creationId="{32C0FFC3-5B6D-8477-C259-5F1D724CFDD6}"/>
          </ac:spMkLst>
        </pc:spChg>
        <pc:spChg chg="del mod">
          <ac:chgData name="Praveen Kumar" userId="2a469caf5ba69260" providerId="LiveId" clId="{5D13352C-775F-494B-8070-357993776B2F}" dt="2026-07-21T08:42:18.648" v="467" actId="21"/>
          <ac:spMkLst>
            <pc:docMk/>
            <pc:sldMk cId="0" sldId="317"/>
            <ac:spMk id="8" creationId="{00000000-0000-0000-0000-000000000000}"/>
          </ac:spMkLst>
        </pc:spChg>
        <pc:spChg chg="add mod">
          <ac:chgData name="Praveen Kumar" userId="2a469caf5ba69260" providerId="LiveId" clId="{5D13352C-775F-494B-8070-357993776B2F}" dt="2026-07-21T08:46:02.129" v="552" actId="1076"/>
          <ac:spMkLst>
            <pc:docMk/>
            <pc:sldMk cId="0" sldId="317"/>
            <ac:spMk id="9" creationId="{6545169D-A74C-4484-CDAC-5BD8AC62CFD2}"/>
          </ac:spMkLst>
        </pc:spChg>
        <pc:spChg chg="add mod">
          <ac:chgData name="Praveen Kumar" userId="2a469caf5ba69260" providerId="LiveId" clId="{5D13352C-775F-494B-8070-357993776B2F}" dt="2026-07-21T08:45:56.378" v="551" actId="1076"/>
          <ac:spMkLst>
            <pc:docMk/>
            <pc:sldMk cId="0" sldId="317"/>
            <ac:spMk id="11" creationId="{70477F48-611E-2A7B-9F99-787587DE9D2E}"/>
          </ac:spMkLst>
        </pc:spChg>
        <pc:spChg chg="add mod">
          <ac:chgData name="Praveen Kumar" userId="2a469caf5ba69260" providerId="LiveId" clId="{5D13352C-775F-494B-8070-357993776B2F}" dt="2026-07-21T08:46:10.975" v="553" actId="1076"/>
          <ac:spMkLst>
            <pc:docMk/>
            <pc:sldMk cId="0" sldId="317"/>
            <ac:spMk id="13" creationId="{DB1C54A4-95BF-50FE-815A-8AC0AF61C38E}"/>
          </ac:spMkLst>
        </pc:spChg>
      </pc:sldChg>
      <pc:sldChg chg="delSp modSp mod">
        <pc:chgData name="Praveen Kumar" userId="2a469caf5ba69260" providerId="LiveId" clId="{5D13352C-775F-494B-8070-357993776B2F}" dt="2026-07-21T08:55:20.528" v="805" actId="20577"/>
        <pc:sldMkLst>
          <pc:docMk/>
          <pc:sldMk cId="0" sldId="327"/>
        </pc:sldMkLst>
        <pc:spChg chg="mod">
          <ac:chgData name="Praveen Kumar" userId="2a469caf5ba69260" providerId="LiveId" clId="{5D13352C-775F-494B-8070-357993776B2F}" dt="2026-07-21T08:55:20.528" v="805" actId="20577"/>
          <ac:spMkLst>
            <pc:docMk/>
            <pc:sldMk cId="0" sldId="327"/>
            <ac:spMk id="5" creationId="{00000000-0000-0000-0000-000000000000}"/>
          </ac:spMkLst>
        </pc:spChg>
      </pc:sldChg>
      <pc:sldChg chg="modSp add del mod">
        <pc:chgData name="Praveen Kumar" userId="2a469caf5ba69260" providerId="LiveId" clId="{5D13352C-775F-494B-8070-357993776B2F}" dt="2026-07-21T08:55:30.016" v="806" actId="47"/>
        <pc:sldMkLst>
          <pc:docMk/>
          <pc:sldMk cId="392118337" sldId="330"/>
        </pc:sldMkLst>
      </pc:sldChg>
      <pc:sldChg chg="addSp delSp modSp add mod ord">
        <pc:chgData name="Praveen Kumar" userId="2a469caf5ba69260" providerId="LiveId" clId="{5D13352C-775F-494B-8070-357993776B2F}" dt="2026-07-21T09:10:31.501" v="873" actId="15"/>
        <pc:sldMkLst>
          <pc:docMk/>
          <pc:sldMk cId="1600341129" sldId="331"/>
        </pc:sldMkLst>
        <pc:spChg chg="add mod">
          <ac:chgData name="Praveen Kumar" userId="2a469caf5ba69260" providerId="LiveId" clId="{5D13352C-775F-494B-8070-357993776B2F}" dt="2026-07-21T08:51:48.799" v="697" actId="478"/>
          <ac:spMkLst>
            <pc:docMk/>
            <pc:sldMk cId="1600341129" sldId="331"/>
            <ac:spMk id="2" creationId="{BABB9CD2-FC78-36F1-45E2-FBD54B87EECF}"/>
          </ac:spMkLst>
        </pc:spChg>
        <pc:spChg chg="add del mod">
          <ac:chgData name="Praveen Kumar" userId="2a469caf5ba69260" providerId="LiveId" clId="{5D13352C-775F-494B-8070-357993776B2F}" dt="2026-07-21T09:10:31.501" v="873" actId="15"/>
          <ac:spMkLst>
            <pc:docMk/>
            <pc:sldMk cId="1600341129" sldId="331"/>
            <ac:spMk id="3" creationId="{50A420ED-5FCA-EC66-DC6F-BB00E05AE2C8}"/>
          </ac:spMkLst>
        </pc:spChg>
        <pc:spChg chg="add del">
          <ac:chgData name="Praveen Kumar" userId="2a469caf5ba69260" providerId="LiveId" clId="{5D13352C-775F-494B-8070-357993776B2F}" dt="2026-07-21T08:51:50.981" v="698" actId="478"/>
          <ac:spMkLst>
            <pc:docMk/>
            <pc:sldMk cId="1600341129" sldId="331"/>
            <ac:spMk id="4" creationId="{E398DE68-DE76-B38A-7FBC-BDD62AB0E373}"/>
          </ac:spMkLst>
        </pc:spChg>
        <pc:spChg chg="add del mod">
          <ac:chgData name="Praveen Kumar" userId="2a469caf5ba69260" providerId="LiveId" clId="{5D13352C-775F-494B-8070-357993776B2F}" dt="2026-07-21T08:51:50.981" v="698" actId="478"/>
          <ac:spMkLst>
            <pc:docMk/>
            <pc:sldMk cId="1600341129" sldId="331"/>
            <ac:spMk id="5" creationId="{F5A7E97F-C661-D540-49B3-8053A9873295}"/>
          </ac:spMkLst>
        </pc:spChg>
        <pc:spChg chg="add del mod">
          <ac:chgData name="Praveen Kumar" userId="2a469caf5ba69260" providerId="LiveId" clId="{5D13352C-775F-494B-8070-357993776B2F}" dt="2026-07-21T08:52:25.751" v="709"/>
          <ac:spMkLst>
            <pc:docMk/>
            <pc:sldMk cId="1600341129" sldId="331"/>
            <ac:spMk id="7" creationId="{C60F89FA-6925-6188-580F-1C69F6A21216}"/>
          </ac:spMkLst>
        </pc:spChg>
        <pc:spChg chg="add del mod">
          <ac:chgData name="Praveen Kumar" userId="2a469caf5ba69260" providerId="LiveId" clId="{5D13352C-775F-494B-8070-357993776B2F}" dt="2026-07-21T08:51:50.981" v="698" actId="478"/>
          <ac:spMkLst>
            <pc:docMk/>
            <pc:sldMk cId="1600341129" sldId="331"/>
            <ac:spMk id="9" creationId="{9364F398-8F35-1D4E-D3F2-72250BA2F5DC}"/>
          </ac:spMkLst>
        </pc:spChg>
        <pc:spChg chg="add del mod">
          <ac:chgData name="Praveen Kumar" userId="2a469caf5ba69260" providerId="LiveId" clId="{5D13352C-775F-494B-8070-357993776B2F}" dt="2026-07-21T08:51:43.067" v="692" actId="478"/>
          <ac:spMkLst>
            <pc:docMk/>
            <pc:sldMk cId="1600341129" sldId="331"/>
            <ac:spMk id="11" creationId="{11BEEFB3-BBF0-2BA8-4DC2-29E8D5960ADA}"/>
          </ac:spMkLst>
        </pc:spChg>
        <pc:spChg chg="add del mod">
          <ac:chgData name="Praveen Kumar" userId="2a469caf5ba69260" providerId="LiveId" clId="{5D13352C-775F-494B-8070-357993776B2F}" dt="2026-07-21T08:51:43.068" v="694"/>
          <ac:spMkLst>
            <pc:docMk/>
            <pc:sldMk cId="1600341129" sldId="331"/>
            <ac:spMk id="13" creationId="{D2390A82-FC2F-7AEA-F5C1-975DA26594A5}"/>
          </ac:spMkLst>
        </pc:spChg>
      </pc:sldChg>
      <pc:sldChg chg="addSp delSp modSp add mod">
        <pc:chgData name="Praveen Kumar" userId="2a469caf5ba69260" providerId="LiveId" clId="{5D13352C-775F-494B-8070-357993776B2F}" dt="2026-07-21T08:53:21.990" v="736" actId="404"/>
        <pc:sldMkLst>
          <pc:docMk/>
          <pc:sldMk cId="378265724" sldId="332"/>
        </pc:sldMkLst>
        <pc:spChg chg="del">
          <ac:chgData name="Praveen Kumar" userId="2a469caf5ba69260" providerId="LiveId" clId="{5D13352C-775F-494B-8070-357993776B2F}" dt="2026-07-21T08:53:04.887" v="726" actId="478"/>
          <ac:spMkLst>
            <pc:docMk/>
            <pc:sldMk cId="378265724" sldId="332"/>
            <ac:spMk id="3" creationId="{FDED4614-2738-B75E-805A-32E1B907F776}"/>
          </ac:spMkLst>
        </pc:spChg>
        <pc:spChg chg="mod">
          <ac:chgData name="Praveen Kumar" userId="2a469caf5ba69260" providerId="LiveId" clId="{5D13352C-775F-494B-8070-357993776B2F}" dt="2026-07-21T08:52:54.460" v="725" actId="20577"/>
          <ac:spMkLst>
            <pc:docMk/>
            <pc:sldMk cId="378265724" sldId="332"/>
            <ac:spMk id="5" creationId="{88F4773C-5489-983F-226A-CCD335B611E6}"/>
          </ac:spMkLst>
        </pc:spChg>
        <pc:spChg chg="add mod">
          <ac:chgData name="Praveen Kumar" userId="2a469caf5ba69260" providerId="LiveId" clId="{5D13352C-775F-494B-8070-357993776B2F}" dt="2026-07-21T08:53:21.990" v="736" actId="404"/>
          <ac:spMkLst>
            <pc:docMk/>
            <pc:sldMk cId="378265724" sldId="332"/>
            <ac:spMk id="6" creationId="{763B5F2C-84B6-A1E4-0426-4C5C394CFCC0}"/>
          </ac:spMkLst>
        </pc:spChg>
        <pc:spChg chg="del">
          <ac:chgData name="Praveen Kumar" userId="2a469caf5ba69260" providerId="LiveId" clId="{5D13352C-775F-494B-8070-357993776B2F}" dt="2026-07-21T08:53:04.887" v="726" actId="478"/>
          <ac:spMkLst>
            <pc:docMk/>
            <pc:sldMk cId="378265724" sldId="332"/>
            <ac:spMk id="7" creationId="{6396CEDE-EFFA-6E11-FEF8-7B93671F8D43}"/>
          </ac:spMkLst>
        </pc:spChg>
        <pc:spChg chg="del">
          <ac:chgData name="Praveen Kumar" userId="2a469caf5ba69260" providerId="LiveId" clId="{5D13352C-775F-494B-8070-357993776B2F}" dt="2026-07-21T08:53:04.887" v="726" actId="478"/>
          <ac:spMkLst>
            <pc:docMk/>
            <pc:sldMk cId="378265724" sldId="332"/>
            <ac:spMk id="9" creationId="{E7A94F05-62BD-5830-12A1-8E748B6747E9}"/>
          </ac:spMkLst>
        </pc:spChg>
        <pc:spChg chg="del">
          <ac:chgData name="Praveen Kumar" userId="2a469caf5ba69260" providerId="LiveId" clId="{5D13352C-775F-494B-8070-357993776B2F}" dt="2026-07-21T08:53:04.887" v="726" actId="478"/>
          <ac:spMkLst>
            <pc:docMk/>
            <pc:sldMk cId="378265724" sldId="332"/>
            <ac:spMk id="11" creationId="{10D5C36E-BFA6-CBCC-99D5-440BE03C693E}"/>
          </ac:spMkLst>
        </pc:spChg>
        <pc:spChg chg="del">
          <ac:chgData name="Praveen Kumar" userId="2a469caf5ba69260" providerId="LiveId" clId="{5D13352C-775F-494B-8070-357993776B2F}" dt="2026-07-21T08:53:04.887" v="726" actId="478"/>
          <ac:spMkLst>
            <pc:docMk/>
            <pc:sldMk cId="378265724" sldId="332"/>
            <ac:spMk id="13" creationId="{8469CE7A-3CF8-9B55-A345-07BA4B37F488}"/>
          </ac:spMkLst>
        </pc:spChg>
      </pc:sldChg>
      <pc:sldChg chg="modSp add mod">
        <pc:chgData name="Praveen Kumar" userId="2a469caf5ba69260" providerId="LiveId" clId="{5D13352C-775F-494B-8070-357993776B2F}" dt="2026-07-21T08:50:56.921" v="661" actId="20577"/>
        <pc:sldMkLst>
          <pc:docMk/>
          <pc:sldMk cId="2508899885" sldId="333"/>
        </pc:sldMkLst>
        <pc:spChg chg="mod">
          <ac:chgData name="Praveen Kumar" userId="2a469caf5ba69260" providerId="LiveId" clId="{5D13352C-775F-494B-8070-357993776B2F}" dt="2026-07-21T08:50:15.606" v="639" actId="2711"/>
          <ac:spMkLst>
            <pc:docMk/>
            <pc:sldMk cId="2508899885" sldId="333"/>
            <ac:spMk id="5" creationId="{D92665E4-2A5D-CCA6-88FE-D054ED7950F2}"/>
          </ac:spMkLst>
        </pc:spChg>
        <pc:spChg chg="mod">
          <ac:chgData name="Praveen Kumar" userId="2a469caf5ba69260" providerId="LiveId" clId="{5D13352C-775F-494B-8070-357993776B2F}" dt="2026-07-21T08:50:56.921" v="661" actId="20577"/>
          <ac:spMkLst>
            <pc:docMk/>
            <pc:sldMk cId="2508899885" sldId="333"/>
            <ac:spMk id="6" creationId="{A168B466-AC47-D11B-DF0F-69E112C52763}"/>
          </ac:spMkLst>
        </pc:spChg>
        <pc:spChg chg="mod">
          <ac:chgData name="Praveen Kumar" userId="2a469caf5ba69260" providerId="LiveId" clId="{5D13352C-775F-494B-8070-357993776B2F}" dt="2026-07-21T08:49:45.252" v="630" actId="1076"/>
          <ac:spMkLst>
            <pc:docMk/>
            <pc:sldMk cId="2508899885" sldId="333"/>
            <ac:spMk id="10" creationId="{4A7CB2DC-C227-BA2A-25C1-9011F44D73BD}"/>
          </ac:spMkLst>
        </pc:spChg>
      </pc:sldChg>
      <pc:sldChg chg="modSp add mod">
        <pc:chgData name="Praveen Kumar" userId="2a469caf5ba69260" providerId="LiveId" clId="{5D13352C-775F-494B-8070-357993776B2F}" dt="2026-07-21T08:56:50.604" v="834" actId="403"/>
        <pc:sldMkLst>
          <pc:docMk/>
          <pc:sldMk cId="3536065267" sldId="334"/>
        </pc:sldMkLst>
        <pc:spChg chg="mod">
          <ac:chgData name="Praveen Kumar" userId="2a469caf5ba69260" providerId="LiveId" clId="{5D13352C-775F-494B-8070-357993776B2F}" dt="2026-07-21T08:56:50.604" v="834" actId="403"/>
          <ac:spMkLst>
            <pc:docMk/>
            <pc:sldMk cId="3536065267" sldId="334"/>
            <ac:spMk id="5" creationId="{B8DD6CA4-ED5D-4944-F3C9-FDCD6A44C907}"/>
          </ac:spMkLst>
        </pc:spChg>
      </pc:sldChg>
      <pc:sldChg chg="modSp add mod">
        <pc:chgData name="Praveen Kumar" userId="2a469caf5ba69260" providerId="LiveId" clId="{5D13352C-775F-494B-8070-357993776B2F}" dt="2026-07-21T08:57:37.434" v="864" actId="1076"/>
        <pc:sldMkLst>
          <pc:docMk/>
          <pc:sldMk cId="551740992" sldId="335"/>
        </pc:sldMkLst>
        <pc:spChg chg="mod">
          <ac:chgData name="Praveen Kumar" userId="2a469caf5ba69260" providerId="LiveId" clId="{5D13352C-775F-494B-8070-357993776B2F}" dt="2026-07-21T08:57:37.434" v="864" actId="1076"/>
          <ac:spMkLst>
            <pc:docMk/>
            <pc:sldMk cId="551740992" sldId="335"/>
            <ac:spMk id="5" creationId="{95FF9495-A40A-5971-A8A6-AD5CF317DD15}"/>
          </ac:spMkLst>
        </pc:spChg>
      </pc:sldChg>
      <pc:sldMasterChg chg="delSldLayout">
        <pc:chgData name="Praveen Kumar" userId="2a469caf5ba69260" providerId="LiveId" clId="{5D13352C-775F-494B-8070-357993776B2F}" dt="2026-07-21T08:51:08.009" v="662" actId="47"/>
        <pc:sldMasterMkLst>
          <pc:docMk/>
          <pc:sldMasterMk cId="0" sldId="2147483648"/>
        </pc:sldMasterMkLst>
        <pc:sldLayoutChg chg="del">
          <pc:chgData name="Praveen Kumar" userId="2a469caf5ba69260" providerId="LiveId" clId="{5D13352C-775F-494B-8070-357993776B2F}" dt="2026-07-21T08:51:08.009" v="662" actId="47"/>
          <pc:sldLayoutMkLst>
            <pc:docMk/>
            <pc:sldMasterMk cId="0" sldId="2147483648"/>
            <pc:sldLayoutMk cId="0" sldId="214748366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7/23/2026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43D0-B913-A84A-6548-50BFD97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E5CBA-03D9-5AEB-FE4B-CA91A4CED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162E8-2D26-8F13-38A9-E75213915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A645F-20F4-3FB8-B4EF-48489F003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5037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6" name="Freeform: Shape 5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/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/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-1" fmla="*/ 5400689 w 5492129"/>
              <a:gd name="connsiteY0-2" fmla="*/ 1188904 h 1280344"/>
              <a:gd name="connsiteX1-3" fmla="*/ 0 w 5492129"/>
              <a:gd name="connsiteY1-4" fmla="*/ 1188904 h 1280344"/>
              <a:gd name="connsiteX2-5" fmla="*/ 259507 w 5492129"/>
              <a:gd name="connsiteY2-6" fmla="*/ 1076708 h 1280344"/>
              <a:gd name="connsiteX3-7" fmla="*/ 1032152 w 5492129"/>
              <a:gd name="connsiteY3-8" fmla="*/ 750675 h 1280344"/>
              <a:gd name="connsiteX4-9" fmla="*/ 3480861 w 5492129"/>
              <a:gd name="connsiteY4-10" fmla="*/ 9 h 1280344"/>
              <a:gd name="connsiteX5-11" fmla="*/ 3799515 w 5492129"/>
              <a:gd name="connsiteY5-12" fmla="*/ 34963 h 1280344"/>
              <a:gd name="connsiteX6-13" fmla="*/ 5393241 w 5492129"/>
              <a:gd name="connsiteY6-14" fmla="*/ 1169180 h 1280344"/>
              <a:gd name="connsiteX7-15" fmla="*/ 5492129 w 5492129"/>
              <a:gd name="connsiteY7-16" fmla="*/ 1280344 h 1280344"/>
              <a:gd name="connsiteX0-17" fmla="*/ 5400689 w 5400689"/>
              <a:gd name="connsiteY0-18" fmla="*/ 1188904 h 1188904"/>
              <a:gd name="connsiteX1-19" fmla="*/ 0 w 5400689"/>
              <a:gd name="connsiteY1-20" fmla="*/ 1188904 h 1188904"/>
              <a:gd name="connsiteX2-21" fmla="*/ 259507 w 5400689"/>
              <a:gd name="connsiteY2-22" fmla="*/ 1076708 h 1188904"/>
              <a:gd name="connsiteX3-23" fmla="*/ 1032152 w 5400689"/>
              <a:gd name="connsiteY3-24" fmla="*/ 750675 h 1188904"/>
              <a:gd name="connsiteX4-25" fmla="*/ 3480861 w 5400689"/>
              <a:gd name="connsiteY4-26" fmla="*/ 9 h 1188904"/>
              <a:gd name="connsiteX5-27" fmla="*/ 3799515 w 5400689"/>
              <a:gd name="connsiteY5-28" fmla="*/ 34963 h 1188904"/>
              <a:gd name="connsiteX6-29" fmla="*/ 5393241 w 5400689"/>
              <a:gd name="connsiteY6-30" fmla="*/ 1169180 h 1188904"/>
              <a:gd name="connsiteX0-31" fmla="*/ 0 w 5393241"/>
              <a:gd name="connsiteY0-32" fmla="*/ 1188904 h 1188904"/>
              <a:gd name="connsiteX1-33" fmla="*/ 259507 w 5393241"/>
              <a:gd name="connsiteY1-34" fmla="*/ 1076708 h 1188904"/>
              <a:gd name="connsiteX2-35" fmla="*/ 1032152 w 5393241"/>
              <a:gd name="connsiteY2-36" fmla="*/ 750675 h 1188904"/>
              <a:gd name="connsiteX3-37" fmla="*/ 3480861 w 5393241"/>
              <a:gd name="connsiteY3-38" fmla="*/ 9 h 1188904"/>
              <a:gd name="connsiteX4-39" fmla="*/ 3799515 w 5393241"/>
              <a:gd name="connsiteY4-40" fmla="*/ 34963 h 1188904"/>
              <a:gd name="connsiteX5-41" fmla="*/ 5393241 w 5393241"/>
              <a:gd name="connsiteY5-42" fmla="*/ 1169180 h 1188904"/>
              <a:gd name="connsiteX0-43" fmla="*/ 0 w 5250366"/>
              <a:gd name="connsiteY0-44" fmla="*/ 1126039 h 1169180"/>
              <a:gd name="connsiteX1-45" fmla="*/ 116632 w 5250366"/>
              <a:gd name="connsiteY1-46" fmla="*/ 1076708 h 1169180"/>
              <a:gd name="connsiteX2-47" fmla="*/ 889277 w 5250366"/>
              <a:gd name="connsiteY2-48" fmla="*/ 750675 h 1169180"/>
              <a:gd name="connsiteX3-49" fmla="*/ 3337986 w 5250366"/>
              <a:gd name="connsiteY3-50" fmla="*/ 9 h 1169180"/>
              <a:gd name="connsiteX4-51" fmla="*/ 3656640 w 5250366"/>
              <a:gd name="connsiteY4-52" fmla="*/ 34963 h 1169180"/>
              <a:gd name="connsiteX5-53" fmla="*/ 5250366 w 5250366"/>
              <a:gd name="connsiteY5-54" fmla="*/ 1169180 h 1169180"/>
              <a:gd name="connsiteX0-55" fmla="*/ 0 w 5273226"/>
              <a:gd name="connsiteY0-56" fmla="*/ 1135564 h 1169180"/>
              <a:gd name="connsiteX1-57" fmla="*/ 139492 w 5273226"/>
              <a:gd name="connsiteY1-58" fmla="*/ 1076708 h 1169180"/>
              <a:gd name="connsiteX2-59" fmla="*/ 912137 w 5273226"/>
              <a:gd name="connsiteY2-60" fmla="*/ 750675 h 1169180"/>
              <a:gd name="connsiteX3-61" fmla="*/ 3360846 w 5273226"/>
              <a:gd name="connsiteY3-62" fmla="*/ 9 h 1169180"/>
              <a:gd name="connsiteX4-63" fmla="*/ 3679500 w 5273226"/>
              <a:gd name="connsiteY4-64" fmla="*/ 34963 h 1169180"/>
              <a:gd name="connsiteX5-65" fmla="*/ 5273226 w 5273226"/>
              <a:gd name="connsiteY5-66" fmla="*/ 1169180 h 116918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/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-1" fmla="*/ 4261350 w 4352790"/>
              <a:gd name="connsiteY0-2" fmla="*/ 21789 h 3718078"/>
              <a:gd name="connsiteX1-3" fmla="*/ 4261350 w 4352790"/>
              <a:gd name="connsiteY1-4" fmla="*/ 3718077 h 3718078"/>
              <a:gd name="connsiteX2-5" fmla="*/ 0 w 4352790"/>
              <a:gd name="connsiteY2-6" fmla="*/ 3718078 h 3718078"/>
              <a:gd name="connsiteX3-7" fmla="*/ 41809 w 4352790"/>
              <a:gd name="connsiteY3-8" fmla="*/ 3519677 h 3718078"/>
              <a:gd name="connsiteX4-9" fmla="*/ 817272 w 4352790"/>
              <a:gd name="connsiteY4-10" fmla="*/ 2444285 h 3718078"/>
              <a:gd name="connsiteX5-11" fmla="*/ 2666355 w 4352790"/>
              <a:gd name="connsiteY5-12" fmla="*/ 2522977 h 3718078"/>
              <a:gd name="connsiteX6-13" fmla="*/ 3155070 w 4352790"/>
              <a:gd name="connsiteY6-14" fmla="*/ 383844 h 3718078"/>
              <a:gd name="connsiteX7-15" fmla="*/ 3895887 w 4352790"/>
              <a:gd name="connsiteY7-16" fmla="*/ 10843 h 3718078"/>
              <a:gd name="connsiteX8-17" fmla="*/ 4095553 w 4352790"/>
              <a:gd name="connsiteY8-18" fmla="*/ 1025 h 3718078"/>
              <a:gd name="connsiteX9-19" fmla="*/ 4195147 w 4352790"/>
              <a:gd name="connsiteY9-20" fmla="*/ 9904 h 3718078"/>
              <a:gd name="connsiteX10-21" fmla="*/ 4352790 w 4352790"/>
              <a:gd name="connsiteY10-22" fmla="*/ 113229 h 3718078"/>
              <a:gd name="connsiteX0-23" fmla="*/ 4261350 w 4352790"/>
              <a:gd name="connsiteY0-24" fmla="*/ 3718077 h 3718078"/>
              <a:gd name="connsiteX1-25" fmla="*/ 0 w 4352790"/>
              <a:gd name="connsiteY1-26" fmla="*/ 3718078 h 3718078"/>
              <a:gd name="connsiteX2-27" fmla="*/ 41809 w 4352790"/>
              <a:gd name="connsiteY2-28" fmla="*/ 3519677 h 3718078"/>
              <a:gd name="connsiteX3-29" fmla="*/ 817272 w 4352790"/>
              <a:gd name="connsiteY3-30" fmla="*/ 2444285 h 3718078"/>
              <a:gd name="connsiteX4-31" fmla="*/ 2666355 w 4352790"/>
              <a:gd name="connsiteY4-32" fmla="*/ 2522977 h 3718078"/>
              <a:gd name="connsiteX5-33" fmla="*/ 3155070 w 4352790"/>
              <a:gd name="connsiteY5-34" fmla="*/ 383844 h 3718078"/>
              <a:gd name="connsiteX6-35" fmla="*/ 3895887 w 4352790"/>
              <a:gd name="connsiteY6-36" fmla="*/ 10843 h 3718078"/>
              <a:gd name="connsiteX7-37" fmla="*/ 4095553 w 4352790"/>
              <a:gd name="connsiteY7-38" fmla="*/ 1025 h 3718078"/>
              <a:gd name="connsiteX8-39" fmla="*/ 4195147 w 4352790"/>
              <a:gd name="connsiteY8-40" fmla="*/ 9904 h 3718078"/>
              <a:gd name="connsiteX9-41" fmla="*/ 4352790 w 4352790"/>
              <a:gd name="connsiteY9-42" fmla="*/ 113229 h 3718078"/>
              <a:gd name="connsiteX0-43" fmla="*/ 4261350 w 4261350"/>
              <a:gd name="connsiteY0-44" fmla="*/ 3718077 h 3718078"/>
              <a:gd name="connsiteX1-45" fmla="*/ 0 w 4261350"/>
              <a:gd name="connsiteY1-46" fmla="*/ 3718078 h 3718078"/>
              <a:gd name="connsiteX2-47" fmla="*/ 41809 w 4261350"/>
              <a:gd name="connsiteY2-48" fmla="*/ 3519677 h 3718078"/>
              <a:gd name="connsiteX3-49" fmla="*/ 817272 w 4261350"/>
              <a:gd name="connsiteY3-50" fmla="*/ 2444285 h 3718078"/>
              <a:gd name="connsiteX4-51" fmla="*/ 2666355 w 4261350"/>
              <a:gd name="connsiteY4-52" fmla="*/ 2522977 h 3718078"/>
              <a:gd name="connsiteX5-53" fmla="*/ 3155070 w 4261350"/>
              <a:gd name="connsiteY5-54" fmla="*/ 383844 h 3718078"/>
              <a:gd name="connsiteX6-55" fmla="*/ 3895887 w 4261350"/>
              <a:gd name="connsiteY6-56" fmla="*/ 10843 h 3718078"/>
              <a:gd name="connsiteX7-57" fmla="*/ 4095553 w 4261350"/>
              <a:gd name="connsiteY7-58" fmla="*/ 1025 h 3718078"/>
              <a:gd name="connsiteX8-59" fmla="*/ 4195147 w 4261350"/>
              <a:gd name="connsiteY8-60" fmla="*/ 9904 h 3718078"/>
              <a:gd name="connsiteX0-61" fmla="*/ 4261350 w 4261350"/>
              <a:gd name="connsiteY0-62" fmla="*/ 3718077 h 3718078"/>
              <a:gd name="connsiteX1-63" fmla="*/ 0 w 4261350"/>
              <a:gd name="connsiteY1-64" fmla="*/ 3718078 h 3718078"/>
              <a:gd name="connsiteX2-65" fmla="*/ 41809 w 4261350"/>
              <a:gd name="connsiteY2-66" fmla="*/ 3519677 h 3718078"/>
              <a:gd name="connsiteX3-67" fmla="*/ 817272 w 4261350"/>
              <a:gd name="connsiteY3-68" fmla="*/ 2444285 h 3718078"/>
              <a:gd name="connsiteX4-69" fmla="*/ 2666355 w 4261350"/>
              <a:gd name="connsiteY4-70" fmla="*/ 2522977 h 3718078"/>
              <a:gd name="connsiteX5-71" fmla="*/ 3155070 w 4261350"/>
              <a:gd name="connsiteY5-72" fmla="*/ 383844 h 3718078"/>
              <a:gd name="connsiteX6-73" fmla="*/ 3895887 w 4261350"/>
              <a:gd name="connsiteY6-74" fmla="*/ 10843 h 3718078"/>
              <a:gd name="connsiteX7-75" fmla="*/ 4095553 w 4261350"/>
              <a:gd name="connsiteY7-76" fmla="*/ 1025 h 3718078"/>
              <a:gd name="connsiteX8-77" fmla="*/ 4208482 w 4261350"/>
              <a:gd name="connsiteY8-78" fmla="*/ 11809 h 3718078"/>
              <a:gd name="connsiteX0-79" fmla="*/ 0 w 4208482"/>
              <a:gd name="connsiteY0-80" fmla="*/ 3718078 h 3718078"/>
              <a:gd name="connsiteX1-81" fmla="*/ 41809 w 4208482"/>
              <a:gd name="connsiteY1-82" fmla="*/ 3519677 h 3718078"/>
              <a:gd name="connsiteX2-83" fmla="*/ 817272 w 4208482"/>
              <a:gd name="connsiteY2-84" fmla="*/ 2444285 h 3718078"/>
              <a:gd name="connsiteX3-85" fmla="*/ 2666355 w 4208482"/>
              <a:gd name="connsiteY3-86" fmla="*/ 2522977 h 3718078"/>
              <a:gd name="connsiteX4-87" fmla="*/ 3155070 w 4208482"/>
              <a:gd name="connsiteY4-88" fmla="*/ 383844 h 3718078"/>
              <a:gd name="connsiteX5-89" fmla="*/ 3895887 w 4208482"/>
              <a:gd name="connsiteY5-90" fmla="*/ 10843 h 3718078"/>
              <a:gd name="connsiteX6-91" fmla="*/ 4095553 w 4208482"/>
              <a:gd name="connsiteY6-92" fmla="*/ 1025 h 3718078"/>
              <a:gd name="connsiteX7-93" fmla="*/ 4208482 w 4208482"/>
              <a:gd name="connsiteY7-94" fmla="*/ 11809 h 3718078"/>
              <a:gd name="connsiteX0-95" fmla="*/ 0 w 4200862"/>
              <a:gd name="connsiteY0-96" fmla="*/ 3685693 h 3685693"/>
              <a:gd name="connsiteX1-97" fmla="*/ 34189 w 4200862"/>
              <a:gd name="connsiteY1-98" fmla="*/ 3519677 h 3685693"/>
              <a:gd name="connsiteX2-99" fmla="*/ 809652 w 4200862"/>
              <a:gd name="connsiteY2-100" fmla="*/ 2444285 h 3685693"/>
              <a:gd name="connsiteX3-101" fmla="*/ 2658735 w 4200862"/>
              <a:gd name="connsiteY3-102" fmla="*/ 2522977 h 3685693"/>
              <a:gd name="connsiteX4-103" fmla="*/ 3147450 w 4200862"/>
              <a:gd name="connsiteY4-104" fmla="*/ 383844 h 3685693"/>
              <a:gd name="connsiteX5-105" fmla="*/ 3888267 w 4200862"/>
              <a:gd name="connsiteY5-106" fmla="*/ 10843 h 3685693"/>
              <a:gd name="connsiteX6-107" fmla="*/ 4087933 w 4200862"/>
              <a:gd name="connsiteY6-108" fmla="*/ 1025 h 3685693"/>
              <a:gd name="connsiteX7-109" fmla="*/ 4200862 w 4200862"/>
              <a:gd name="connsiteY7-110" fmla="*/ 11809 h 36856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/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/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/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/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r="30186" b="9728"/>
          <a:stretch>
            <a:fillRect/>
          </a:stretch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/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/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/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/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/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/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/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-1" fmla="*/ 0 w 5864280"/>
              <a:gd name="connsiteY0-2" fmla="*/ 0 h 6938010"/>
              <a:gd name="connsiteX1-3" fmla="*/ 5864280 w 5864280"/>
              <a:gd name="connsiteY1-4" fmla="*/ 0 h 6938010"/>
              <a:gd name="connsiteX2-5" fmla="*/ 5864280 w 5864280"/>
              <a:gd name="connsiteY2-6" fmla="*/ 6938010 h 6938010"/>
              <a:gd name="connsiteX3-7" fmla="*/ 4899969 w 5864280"/>
              <a:gd name="connsiteY3-8" fmla="*/ 6938010 h 6938010"/>
              <a:gd name="connsiteX4-9" fmla="*/ 4880783 w 5864280"/>
              <a:gd name="connsiteY4-10" fmla="*/ 6771085 h 6938010"/>
              <a:gd name="connsiteX5-11" fmla="*/ 5036864 w 5864280"/>
              <a:gd name="connsiteY5-12" fmla="*/ 1534679 h 6938010"/>
              <a:gd name="connsiteX6-13" fmla="*/ 438790 w 5864280"/>
              <a:gd name="connsiteY6-14" fmla="*/ 927368 h 6938010"/>
              <a:gd name="connsiteX7-15" fmla="*/ 39064 w 5864280"/>
              <a:gd name="connsiteY7-16" fmla="*/ 165620 h 6938010"/>
              <a:gd name="connsiteX8" fmla="*/ 91440 w 5864280"/>
              <a:gd name="connsiteY8" fmla="*/ 91440 h 6938010"/>
              <a:gd name="connsiteX0-17" fmla="*/ 7620 w 5871900"/>
              <a:gd name="connsiteY0-18" fmla="*/ 0 h 6938010"/>
              <a:gd name="connsiteX1-19" fmla="*/ 5871900 w 5871900"/>
              <a:gd name="connsiteY1-20" fmla="*/ 0 h 6938010"/>
              <a:gd name="connsiteX2-21" fmla="*/ 5871900 w 5871900"/>
              <a:gd name="connsiteY2-22" fmla="*/ 6938010 h 6938010"/>
              <a:gd name="connsiteX3-23" fmla="*/ 4907589 w 5871900"/>
              <a:gd name="connsiteY3-24" fmla="*/ 6938010 h 6938010"/>
              <a:gd name="connsiteX4-25" fmla="*/ 4888403 w 5871900"/>
              <a:gd name="connsiteY4-26" fmla="*/ 6771085 h 6938010"/>
              <a:gd name="connsiteX5-27" fmla="*/ 5044484 w 5871900"/>
              <a:gd name="connsiteY5-28" fmla="*/ 1534679 h 6938010"/>
              <a:gd name="connsiteX6-29" fmla="*/ 446410 w 5871900"/>
              <a:gd name="connsiteY6-30" fmla="*/ 927368 h 6938010"/>
              <a:gd name="connsiteX7-31" fmla="*/ 46684 w 5871900"/>
              <a:gd name="connsiteY7-32" fmla="*/ 165620 h 6938010"/>
              <a:gd name="connsiteX8-33" fmla="*/ 0 w 5871900"/>
              <a:gd name="connsiteY8-34" fmla="*/ 15240 h 6938010"/>
              <a:gd name="connsiteX0-35" fmla="*/ 0 w 5864280"/>
              <a:gd name="connsiteY0-36" fmla="*/ 0 h 6938010"/>
              <a:gd name="connsiteX1-37" fmla="*/ 5864280 w 5864280"/>
              <a:gd name="connsiteY1-38" fmla="*/ 0 h 6938010"/>
              <a:gd name="connsiteX2-39" fmla="*/ 5864280 w 5864280"/>
              <a:gd name="connsiteY2-40" fmla="*/ 6938010 h 6938010"/>
              <a:gd name="connsiteX3-41" fmla="*/ 4899969 w 5864280"/>
              <a:gd name="connsiteY3-42" fmla="*/ 6938010 h 6938010"/>
              <a:gd name="connsiteX4-43" fmla="*/ 4880783 w 5864280"/>
              <a:gd name="connsiteY4-44" fmla="*/ 6771085 h 6938010"/>
              <a:gd name="connsiteX5-45" fmla="*/ 5036864 w 5864280"/>
              <a:gd name="connsiteY5-46" fmla="*/ 1534679 h 6938010"/>
              <a:gd name="connsiteX6-47" fmla="*/ 438790 w 5864280"/>
              <a:gd name="connsiteY6-48" fmla="*/ 927368 h 6938010"/>
              <a:gd name="connsiteX7-49" fmla="*/ 39064 w 5864280"/>
              <a:gd name="connsiteY7-50" fmla="*/ 165620 h 6938010"/>
              <a:gd name="connsiteX8-51" fmla="*/ 7620 w 5864280"/>
              <a:gd name="connsiteY8-52" fmla="*/ 17780 h 6938010"/>
              <a:gd name="connsiteX0-53" fmla="*/ 12700 w 5856660"/>
              <a:gd name="connsiteY0-54" fmla="*/ 0 h 7004050"/>
              <a:gd name="connsiteX1-55" fmla="*/ 5856660 w 5856660"/>
              <a:gd name="connsiteY1-56" fmla="*/ 66040 h 7004050"/>
              <a:gd name="connsiteX2-57" fmla="*/ 5856660 w 5856660"/>
              <a:gd name="connsiteY2-58" fmla="*/ 7004050 h 7004050"/>
              <a:gd name="connsiteX3-59" fmla="*/ 4892349 w 5856660"/>
              <a:gd name="connsiteY3-60" fmla="*/ 7004050 h 7004050"/>
              <a:gd name="connsiteX4-61" fmla="*/ 4873163 w 5856660"/>
              <a:gd name="connsiteY4-62" fmla="*/ 6837125 h 7004050"/>
              <a:gd name="connsiteX5-63" fmla="*/ 5029244 w 5856660"/>
              <a:gd name="connsiteY5-64" fmla="*/ 1600719 h 7004050"/>
              <a:gd name="connsiteX6-65" fmla="*/ 431170 w 5856660"/>
              <a:gd name="connsiteY6-66" fmla="*/ 993408 h 7004050"/>
              <a:gd name="connsiteX7-67" fmla="*/ 31444 w 5856660"/>
              <a:gd name="connsiteY7-68" fmla="*/ 231660 h 7004050"/>
              <a:gd name="connsiteX8-69" fmla="*/ 0 w 5856660"/>
              <a:gd name="connsiteY8-70" fmla="*/ 83820 h 7004050"/>
              <a:gd name="connsiteX0-71" fmla="*/ 5856660 w 5856660"/>
              <a:gd name="connsiteY0-72" fmla="*/ 0 h 6938010"/>
              <a:gd name="connsiteX1-73" fmla="*/ 5856660 w 5856660"/>
              <a:gd name="connsiteY1-74" fmla="*/ 6938010 h 6938010"/>
              <a:gd name="connsiteX2-75" fmla="*/ 4892349 w 5856660"/>
              <a:gd name="connsiteY2-76" fmla="*/ 6938010 h 6938010"/>
              <a:gd name="connsiteX3-77" fmla="*/ 4873163 w 5856660"/>
              <a:gd name="connsiteY3-78" fmla="*/ 6771085 h 6938010"/>
              <a:gd name="connsiteX4-79" fmla="*/ 5029244 w 5856660"/>
              <a:gd name="connsiteY4-80" fmla="*/ 1534679 h 6938010"/>
              <a:gd name="connsiteX5-81" fmla="*/ 431170 w 5856660"/>
              <a:gd name="connsiteY5-82" fmla="*/ 927368 h 6938010"/>
              <a:gd name="connsiteX6-83" fmla="*/ 31444 w 5856660"/>
              <a:gd name="connsiteY6-84" fmla="*/ 165620 h 6938010"/>
              <a:gd name="connsiteX7-85" fmla="*/ 0 w 5856660"/>
              <a:gd name="connsiteY7-86" fmla="*/ 17780 h 6938010"/>
              <a:gd name="connsiteX0-87" fmla="*/ 5856660 w 5856660"/>
              <a:gd name="connsiteY0-88" fmla="*/ 6920230 h 6920230"/>
              <a:gd name="connsiteX1-89" fmla="*/ 4892349 w 5856660"/>
              <a:gd name="connsiteY1-90" fmla="*/ 6920230 h 6920230"/>
              <a:gd name="connsiteX2-91" fmla="*/ 4873163 w 5856660"/>
              <a:gd name="connsiteY2-92" fmla="*/ 6753305 h 6920230"/>
              <a:gd name="connsiteX3-93" fmla="*/ 5029244 w 5856660"/>
              <a:gd name="connsiteY3-94" fmla="*/ 1516899 h 6920230"/>
              <a:gd name="connsiteX4-95" fmla="*/ 431170 w 5856660"/>
              <a:gd name="connsiteY4-96" fmla="*/ 909588 h 6920230"/>
              <a:gd name="connsiteX5-97" fmla="*/ 31444 w 5856660"/>
              <a:gd name="connsiteY5-98" fmla="*/ 147840 h 6920230"/>
              <a:gd name="connsiteX6-99" fmla="*/ 0 w 5856660"/>
              <a:gd name="connsiteY6-100" fmla="*/ 0 h 6920230"/>
              <a:gd name="connsiteX0-101" fmla="*/ 4892349 w 5371060"/>
              <a:gd name="connsiteY0-102" fmla="*/ 6920230 h 6920230"/>
              <a:gd name="connsiteX1-103" fmla="*/ 4873163 w 5371060"/>
              <a:gd name="connsiteY1-104" fmla="*/ 6753305 h 6920230"/>
              <a:gd name="connsiteX2-105" fmla="*/ 5029244 w 5371060"/>
              <a:gd name="connsiteY2-106" fmla="*/ 1516899 h 6920230"/>
              <a:gd name="connsiteX3-107" fmla="*/ 431170 w 5371060"/>
              <a:gd name="connsiteY3-108" fmla="*/ 909588 h 6920230"/>
              <a:gd name="connsiteX4-109" fmla="*/ 31444 w 5371060"/>
              <a:gd name="connsiteY4-110" fmla="*/ 147840 h 6920230"/>
              <a:gd name="connsiteX5-111" fmla="*/ 0 w 5371060"/>
              <a:gd name="connsiteY5-112" fmla="*/ 0 h 6920230"/>
              <a:gd name="connsiteX0-113" fmla="*/ 4889809 w 5371060"/>
              <a:gd name="connsiteY0-114" fmla="*/ 6904990 h 6904990"/>
              <a:gd name="connsiteX1-115" fmla="*/ 4873163 w 5371060"/>
              <a:gd name="connsiteY1-116" fmla="*/ 6753305 h 6904990"/>
              <a:gd name="connsiteX2-117" fmla="*/ 5029244 w 5371060"/>
              <a:gd name="connsiteY2-118" fmla="*/ 1516899 h 6904990"/>
              <a:gd name="connsiteX3-119" fmla="*/ 431170 w 5371060"/>
              <a:gd name="connsiteY3-120" fmla="*/ 909588 h 6904990"/>
              <a:gd name="connsiteX4-121" fmla="*/ 31444 w 5371060"/>
              <a:gd name="connsiteY4-122" fmla="*/ 147840 h 6904990"/>
              <a:gd name="connsiteX5-123" fmla="*/ 0 w 5371060"/>
              <a:gd name="connsiteY5-124" fmla="*/ 0 h 6904990"/>
              <a:gd name="connsiteX0-125" fmla="*/ 4892349 w 5371060"/>
              <a:gd name="connsiteY0-126" fmla="*/ 6899910 h 6899910"/>
              <a:gd name="connsiteX1-127" fmla="*/ 4873163 w 5371060"/>
              <a:gd name="connsiteY1-128" fmla="*/ 6753305 h 6899910"/>
              <a:gd name="connsiteX2-129" fmla="*/ 5029244 w 5371060"/>
              <a:gd name="connsiteY2-130" fmla="*/ 1516899 h 6899910"/>
              <a:gd name="connsiteX3-131" fmla="*/ 431170 w 5371060"/>
              <a:gd name="connsiteY3-132" fmla="*/ 909588 h 6899910"/>
              <a:gd name="connsiteX4-133" fmla="*/ 31444 w 5371060"/>
              <a:gd name="connsiteY4-134" fmla="*/ 147840 h 6899910"/>
              <a:gd name="connsiteX5-135" fmla="*/ 0 w 5371060"/>
              <a:gd name="connsiteY5-136" fmla="*/ 0 h 689991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/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/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/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/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-1" fmla="*/ 0 w 6112702"/>
              <a:gd name="connsiteY0-2" fmla="*/ 0 h 7110654"/>
              <a:gd name="connsiteX1-3" fmla="*/ 6112702 w 6112702"/>
              <a:gd name="connsiteY1-4" fmla="*/ 0 h 7110654"/>
              <a:gd name="connsiteX2-5" fmla="*/ 6112702 w 6112702"/>
              <a:gd name="connsiteY2-6" fmla="*/ 7022484 h 7110654"/>
              <a:gd name="connsiteX3-7" fmla="*/ 6063029 w 6112702"/>
              <a:gd name="connsiteY3-8" fmla="*/ 7038508 h 7110654"/>
              <a:gd name="connsiteX4-9" fmla="*/ 4891976 w 6112702"/>
              <a:gd name="connsiteY4-10" fmla="*/ 6854987 h 7110654"/>
              <a:gd name="connsiteX5-11" fmla="*/ 4716552 w 6112702"/>
              <a:gd name="connsiteY5-12" fmla="*/ 767477 h 7110654"/>
              <a:gd name="connsiteX6-13" fmla="*/ 118479 w 6112702"/>
              <a:gd name="connsiteY6-14" fmla="*/ 160166 h 7110654"/>
              <a:gd name="connsiteX7-15" fmla="*/ 10887 w 6112702"/>
              <a:gd name="connsiteY7-16" fmla="*/ 17038 h 7110654"/>
              <a:gd name="connsiteX8" fmla="*/ 91440 w 6112702"/>
              <a:gd name="connsiteY8" fmla="*/ 91440 h 7110654"/>
              <a:gd name="connsiteX0-17" fmla="*/ 0 w 6112702"/>
              <a:gd name="connsiteY0-18" fmla="*/ 0 h 7110654"/>
              <a:gd name="connsiteX1-19" fmla="*/ 6112702 w 6112702"/>
              <a:gd name="connsiteY1-20" fmla="*/ 0 h 7110654"/>
              <a:gd name="connsiteX2-21" fmla="*/ 6112702 w 6112702"/>
              <a:gd name="connsiteY2-22" fmla="*/ 7022484 h 7110654"/>
              <a:gd name="connsiteX3-23" fmla="*/ 6063029 w 6112702"/>
              <a:gd name="connsiteY3-24" fmla="*/ 7038508 h 7110654"/>
              <a:gd name="connsiteX4-25" fmla="*/ 4891976 w 6112702"/>
              <a:gd name="connsiteY4-26" fmla="*/ 6854987 h 7110654"/>
              <a:gd name="connsiteX5-27" fmla="*/ 4716552 w 6112702"/>
              <a:gd name="connsiteY5-28" fmla="*/ 767477 h 7110654"/>
              <a:gd name="connsiteX6-29" fmla="*/ 118479 w 6112702"/>
              <a:gd name="connsiteY6-30" fmla="*/ 160166 h 7110654"/>
              <a:gd name="connsiteX7-31" fmla="*/ 10887 w 6112702"/>
              <a:gd name="connsiteY7-32" fmla="*/ 17038 h 7110654"/>
              <a:gd name="connsiteX0-33" fmla="*/ 6101815 w 6101815"/>
              <a:gd name="connsiteY0-34" fmla="*/ 0 h 7110654"/>
              <a:gd name="connsiteX1-35" fmla="*/ 6101815 w 6101815"/>
              <a:gd name="connsiteY1-36" fmla="*/ 7022484 h 7110654"/>
              <a:gd name="connsiteX2-37" fmla="*/ 6052142 w 6101815"/>
              <a:gd name="connsiteY2-38" fmla="*/ 7038508 h 7110654"/>
              <a:gd name="connsiteX3-39" fmla="*/ 4881089 w 6101815"/>
              <a:gd name="connsiteY3-40" fmla="*/ 6854987 h 7110654"/>
              <a:gd name="connsiteX4-41" fmla="*/ 4705665 w 6101815"/>
              <a:gd name="connsiteY4-42" fmla="*/ 767477 h 7110654"/>
              <a:gd name="connsiteX5-43" fmla="*/ 107592 w 6101815"/>
              <a:gd name="connsiteY5-44" fmla="*/ 160166 h 7110654"/>
              <a:gd name="connsiteX6-45" fmla="*/ 0 w 6101815"/>
              <a:gd name="connsiteY6-46" fmla="*/ 17038 h 7110654"/>
              <a:gd name="connsiteX0-47" fmla="*/ 6101815 w 6101815"/>
              <a:gd name="connsiteY0-48" fmla="*/ 7005446 h 7093616"/>
              <a:gd name="connsiteX1-49" fmla="*/ 6052142 w 6101815"/>
              <a:gd name="connsiteY1-50" fmla="*/ 7021470 h 7093616"/>
              <a:gd name="connsiteX2-51" fmla="*/ 4881089 w 6101815"/>
              <a:gd name="connsiteY2-52" fmla="*/ 6837949 h 7093616"/>
              <a:gd name="connsiteX3-53" fmla="*/ 4705665 w 6101815"/>
              <a:gd name="connsiteY3-54" fmla="*/ 750439 h 7093616"/>
              <a:gd name="connsiteX4-55" fmla="*/ 107592 w 6101815"/>
              <a:gd name="connsiteY4-56" fmla="*/ 143128 h 7093616"/>
              <a:gd name="connsiteX5-57" fmla="*/ 0 w 6101815"/>
              <a:gd name="connsiteY5-58" fmla="*/ 0 h 7093616"/>
              <a:gd name="connsiteX0-59" fmla="*/ 6052142 w 6052142"/>
              <a:gd name="connsiteY0-60" fmla="*/ 7021470 h 7093616"/>
              <a:gd name="connsiteX1-61" fmla="*/ 4881089 w 6052142"/>
              <a:gd name="connsiteY1-62" fmla="*/ 6837949 h 7093616"/>
              <a:gd name="connsiteX2-63" fmla="*/ 4705665 w 6052142"/>
              <a:gd name="connsiteY2-64" fmla="*/ 750439 h 7093616"/>
              <a:gd name="connsiteX3-65" fmla="*/ 107592 w 6052142"/>
              <a:gd name="connsiteY3-66" fmla="*/ 143128 h 7093616"/>
              <a:gd name="connsiteX4-67" fmla="*/ 0 w 6052142"/>
              <a:gd name="connsiteY4-68" fmla="*/ 0 h 7093616"/>
              <a:gd name="connsiteX0-69" fmla="*/ 6052142 w 6052142"/>
              <a:gd name="connsiteY0-70" fmla="*/ 7021470 h 7095398"/>
              <a:gd name="connsiteX1-71" fmla="*/ 4881089 w 6052142"/>
              <a:gd name="connsiteY1-72" fmla="*/ 6843664 h 7095398"/>
              <a:gd name="connsiteX2-73" fmla="*/ 4705665 w 6052142"/>
              <a:gd name="connsiteY2-74" fmla="*/ 750439 h 7095398"/>
              <a:gd name="connsiteX3-75" fmla="*/ 107592 w 6052142"/>
              <a:gd name="connsiteY3-76" fmla="*/ 143128 h 7095398"/>
              <a:gd name="connsiteX4-77" fmla="*/ 0 w 6052142"/>
              <a:gd name="connsiteY4-78" fmla="*/ 0 h 7095398"/>
              <a:gd name="connsiteX0-79" fmla="*/ 6052142 w 6052142"/>
              <a:gd name="connsiteY0-80" fmla="*/ 7021470 h 7348010"/>
              <a:gd name="connsiteX1-81" fmla="*/ 5132169 w 6052142"/>
              <a:gd name="connsiteY1-82" fmla="*/ 7012413 h 7348010"/>
              <a:gd name="connsiteX2-83" fmla="*/ 4881089 w 6052142"/>
              <a:gd name="connsiteY2-84" fmla="*/ 6843664 h 7348010"/>
              <a:gd name="connsiteX3-85" fmla="*/ 4705665 w 6052142"/>
              <a:gd name="connsiteY3-86" fmla="*/ 750439 h 7348010"/>
              <a:gd name="connsiteX4-87" fmla="*/ 107592 w 6052142"/>
              <a:gd name="connsiteY4-88" fmla="*/ 143128 h 7348010"/>
              <a:gd name="connsiteX5-89" fmla="*/ 0 w 6052142"/>
              <a:gd name="connsiteY5-90" fmla="*/ 0 h 7348010"/>
              <a:gd name="connsiteX0-91" fmla="*/ 6052142 w 6052142"/>
              <a:gd name="connsiteY0-92" fmla="*/ 7021470 h 7351452"/>
              <a:gd name="connsiteX1-93" fmla="*/ 5132169 w 6052142"/>
              <a:gd name="connsiteY1-94" fmla="*/ 7012413 h 7351452"/>
              <a:gd name="connsiteX2-95" fmla="*/ 4881089 w 6052142"/>
              <a:gd name="connsiteY2-96" fmla="*/ 6843664 h 7351452"/>
              <a:gd name="connsiteX3-97" fmla="*/ 4705665 w 6052142"/>
              <a:gd name="connsiteY3-98" fmla="*/ 750439 h 7351452"/>
              <a:gd name="connsiteX4-99" fmla="*/ 107592 w 6052142"/>
              <a:gd name="connsiteY4-100" fmla="*/ 143128 h 7351452"/>
              <a:gd name="connsiteX5-101" fmla="*/ 0 w 6052142"/>
              <a:gd name="connsiteY5-102" fmla="*/ 0 h 7351452"/>
              <a:gd name="connsiteX0-103" fmla="*/ 6052142 w 6052142"/>
              <a:gd name="connsiteY0-104" fmla="*/ 7021470 h 7351452"/>
              <a:gd name="connsiteX1-105" fmla="*/ 5132169 w 6052142"/>
              <a:gd name="connsiteY1-106" fmla="*/ 7012413 h 7351452"/>
              <a:gd name="connsiteX2-107" fmla="*/ 4881089 w 6052142"/>
              <a:gd name="connsiteY2-108" fmla="*/ 6843664 h 7351452"/>
              <a:gd name="connsiteX3-109" fmla="*/ 4705665 w 6052142"/>
              <a:gd name="connsiteY3-110" fmla="*/ 750439 h 7351452"/>
              <a:gd name="connsiteX4-111" fmla="*/ 107592 w 6052142"/>
              <a:gd name="connsiteY4-112" fmla="*/ 143128 h 7351452"/>
              <a:gd name="connsiteX5-113" fmla="*/ 0 w 6052142"/>
              <a:gd name="connsiteY5-114" fmla="*/ 0 h 7351452"/>
              <a:gd name="connsiteX0-115" fmla="*/ 6052142 w 6052142"/>
              <a:gd name="connsiteY0-116" fmla="*/ 7021470 h 7021470"/>
              <a:gd name="connsiteX1-117" fmla="*/ 5132169 w 6052142"/>
              <a:gd name="connsiteY1-118" fmla="*/ 7012413 h 7021470"/>
              <a:gd name="connsiteX2-119" fmla="*/ 4881089 w 6052142"/>
              <a:gd name="connsiteY2-120" fmla="*/ 6843664 h 7021470"/>
              <a:gd name="connsiteX3-121" fmla="*/ 4705665 w 6052142"/>
              <a:gd name="connsiteY3-122" fmla="*/ 750439 h 7021470"/>
              <a:gd name="connsiteX4-123" fmla="*/ 107592 w 6052142"/>
              <a:gd name="connsiteY4-124" fmla="*/ 143128 h 7021470"/>
              <a:gd name="connsiteX5-125" fmla="*/ 0 w 6052142"/>
              <a:gd name="connsiteY5-126" fmla="*/ 0 h 7021470"/>
              <a:gd name="connsiteX0-127" fmla="*/ 6052142 w 6052142"/>
              <a:gd name="connsiteY0-128" fmla="*/ 7021470 h 7021470"/>
              <a:gd name="connsiteX1-129" fmla="*/ 5132169 w 6052142"/>
              <a:gd name="connsiteY1-130" fmla="*/ 7012413 h 7021470"/>
              <a:gd name="connsiteX2-131" fmla="*/ 4968339 w 6052142"/>
              <a:gd name="connsiteY2-132" fmla="*/ 6900018 h 7021470"/>
              <a:gd name="connsiteX3-133" fmla="*/ 4881089 w 6052142"/>
              <a:gd name="connsiteY3-134" fmla="*/ 6843664 h 7021470"/>
              <a:gd name="connsiteX4-135" fmla="*/ 4705665 w 6052142"/>
              <a:gd name="connsiteY4-136" fmla="*/ 750439 h 7021470"/>
              <a:gd name="connsiteX5-137" fmla="*/ 107592 w 6052142"/>
              <a:gd name="connsiteY5-138" fmla="*/ 143128 h 7021470"/>
              <a:gd name="connsiteX6-139" fmla="*/ 0 w 6052142"/>
              <a:gd name="connsiteY6-140" fmla="*/ 0 h 7021470"/>
              <a:gd name="connsiteX0-141" fmla="*/ 5132169 w 5132169"/>
              <a:gd name="connsiteY0-142" fmla="*/ 7012413 h 7012413"/>
              <a:gd name="connsiteX1-143" fmla="*/ 4968339 w 5132169"/>
              <a:gd name="connsiteY1-144" fmla="*/ 6900018 h 7012413"/>
              <a:gd name="connsiteX2-145" fmla="*/ 4881089 w 5132169"/>
              <a:gd name="connsiteY2-146" fmla="*/ 6843664 h 7012413"/>
              <a:gd name="connsiteX3-147" fmla="*/ 4705665 w 5132169"/>
              <a:gd name="connsiteY3-148" fmla="*/ 750439 h 7012413"/>
              <a:gd name="connsiteX4-149" fmla="*/ 107592 w 5132169"/>
              <a:gd name="connsiteY4-150" fmla="*/ 143128 h 7012413"/>
              <a:gd name="connsiteX5-151" fmla="*/ 0 w 5132169"/>
              <a:gd name="connsiteY5-152" fmla="*/ 0 h 7012413"/>
              <a:gd name="connsiteX0-153" fmla="*/ 4995009 w 5047481"/>
              <a:gd name="connsiteY0-154" fmla="*/ 6915258 h 6915258"/>
              <a:gd name="connsiteX1-155" fmla="*/ 4968339 w 5047481"/>
              <a:gd name="connsiteY1-156" fmla="*/ 6900018 h 6915258"/>
              <a:gd name="connsiteX2-157" fmla="*/ 4881089 w 5047481"/>
              <a:gd name="connsiteY2-158" fmla="*/ 6843664 h 6915258"/>
              <a:gd name="connsiteX3-159" fmla="*/ 4705665 w 5047481"/>
              <a:gd name="connsiteY3-160" fmla="*/ 750439 h 6915258"/>
              <a:gd name="connsiteX4-161" fmla="*/ 107592 w 5047481"/>
              <a:gd name="connsiteY4-162" fmla="*/ 143128 h 6915258"/>
              <a:gd name="connsiteX5-163" fmla="*/ 0 w 5047481"/>
              <a:gd name="connsiteY5-164" fmla="*/ 0 h 691525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/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/>
          <p:cNvSpPr/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/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/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/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-1" fmla="*/ 1693819 w 1785259"/>
              <a:gd name="connsiteY0-2" fmla="*/ 10532 h 5462555"/>
              <a:gd name="connsiteX1-3" fmla="*/ 1678579 w 1785259"/>
              <a:gd name="connsiteY1-4" fmla="*/ 5418828 h 5462555"/>
              <a:gd name="connsiteX2-5" fmla="*/ 1176667 w 1785259"/>
              <a:gd name="connsiteY2-6" fmla="*/ 5429928 h 5462555"/>
              <a:gd name="connsiteX3-7" fmla="*/ 512297 w 1785259"/>
              <a:gd name="connsiteY3-8" fmla="*/ 5030409 h 5462555"/>
              <a:gd name="connsiteX4-9" fmla="*/ 314208 w 1785259"/>
              <a:gd name="connsiteY4-10" fmla="*/ 4179509 h 5462555"/>
              <a:gd name="connsiteX5-11" fmla="*/ 429138 w 1785259"/>
              <a:gd name="connsiteY5-12" fmla="*/ 3898280 h 5462555"/>
              <a:gd name="connsiteX6-13" fmla="*/ 592360 w 1785259"/>
              <a:gd name="connsiteY6-14" fmla="*/ 3258731 h 5462555"/>
              <a:gd name="connsiteX7-15" fmla="*/ 481029 w 1785259"/>
              <a:gd name="connsiteY7-16" fmla="*/ 2679952 h 5462555"/>
              <a:gd name="connsiteX8-17" fmla="*/ 277230 w 1785259"/>
              <a:gd name="connsiteY8-18" fmla="*/ 2221719 h 5462555"/>
              <a:gd name="connsiteX9-19" fmla="*/ 119523 w 1785259"/>
              <a:gd name="connsiteY9-20" fmla="*/ 667910 h 5462555"/>
              <a:gd name="connsiteX10-21" fmla="*/ 361880 w 1785259"/>
              <a:gd name="connsiteY10-22" fmla="*/ 369606 h 5462555"/>
              <a:gd name="connsiteX11-23" fmla="*/ 864738 w 1785259"/>
              <a:gd name="connsiteY11-24" fmla="*/ 104615 h 5462555"/>
              <a:gd name="connsiteX12-25" fmla="*/ 1513718 w 1785259"/>
              <a:gd name="connsiteY12-26" fmla="*/ 4215 h 5462555"/>
              <a:gd name="connsiteX13-27" fmla="*/ 1603804 w 1785259"/>
              <a:gd name="connsiteY13-28" fmla="*/ 54 h 5462555"/>
              <a:gd name="connsiteX14-29" fmla="*/ 1785259 w 1785259"/>
              <a:gd name="connsiteY14-30" fmla="*/ 101972 h 5462555"/>
              <a:gd name="connsiteX0-31" fmla="*/ 1678579 w 1785259"/>
              <a:gd name="connsiteY0-32" fmla="*/ 5418828 h 5462555"/>
              <a:gd name="connsiteX1-33" fmla="*/ 1176667 w 1785259"/>
              <a:gd name="connsiteY1-34" fmla="*/ 5429928 h 5462555"/>
              <a:gd name="connsiteX2-35" fmla="*/ 512297 w 1785259"/>
              <a:gd name="connsiteY2-36" fmla="*/ 5030409 h 5462555"/>
              <a:gd name="connsiteX3-37" fmla="*/ 314208 w 1785259"/>
              <a:gd name="connsiteY3-38" fmla="*/ 4179509 h 5462555"/>
              <a:gd name="connsiteX4-39" fmla="*/ 429138 w 1785259"/>
              <a:gd name="connsiteY4-40" fmla="*/ 3898280 h 5462555"/>
              <a:gd name="connsiteX5-41" fmla="*/ 592360 w 1785259"/>
              <a:gd name="connsiteY5-42" fmla="*/ 3258731 h 5462555"/>
              <a:gd name="connsiteX6-43" fmla="*/ 481029 w 1785259"/>
              <a:gd name="connsiteY6-44" fmla="*/ 2679952 h 5462555"/>
              <a:gd name="connsiteX7-45" fmla="*/ 277230 w 1785259"/>
              <a:gd name="connsiteY7-46" fmla="*/ 2221719 h 5462555"/>
              <a:gd name="connsiteX8-47" fmla="*/ 119523 w 1785259"/>
              <a:gd name="connsiteY8-48" fmla="*/ 667910 h 5462555"/>
              <a:gd name="connsiteX9-49" fmla="*/ 361880 w 1785259"/>
              <a:gd name="connsiteY9-50" fmla="*/ 369606 h 5462555"/>
              <a:gd name="connsiteX10-51" fmla="*/ 864738 w 1785259"/>
              <a:gd name="connsiteY10-52" fmla="*/ 104615 h 5462555"/>
              <a:gd name="connsiteX11-53" fmla="*/ 1513718 w 1785259"/>
              <a:gd name="connsiteY11-54" fmla="*/ 4215 h 5462555"/>
              <a:gd name="connsiteX12-55" fmla="*/ 1603804 w 1785259"/>
              <a:gd name="connsiteY12-56" fmla="*/ 54 h 5462555"/>
              <a:gd name="connsiteX13-57" fmla="*/ 1785259 w 1785259"/>
              <a:gd name="connsiteY13-58" fmla="*/ 101972 h 5462555"/>
              <a:gd name="connsiteX0-59" fmla="*/ 1678579 w 1785259"/>
              <a:gd name="connsiteY0-60" fmla="*/ 5416834 h 5460561"/>
              <a:gd name="connsiteX1-61" fmla="*/ 1176667 w 1785259"/>
              <a:gd name="connsiteY1-62" fmla="*/ 5427934 h 5460561"/>
              <a:gd name="connsiteX2-63" fmla="*/ 512297 w 1785259"/>
              <a:gd name="connsiteY2-64" fmla="*/ 5028415 h 5460561"/>
              <a:gd name="connsiteX3-65" fmla="*/ 314208 w 1785259"/>
              <a:gd name="connsiteY3-66" fmla="*/ 4177515 h 5460561"/>
              <a:gd name="connsiteX4-67" fmla="*/ 429138 w 1785259"/>
              <a:gd name="connsiteY4-68" fmla="*/ 3896286 h 5460561"/>
              <a:gd name="connsiteX5-69" fmla="*/ 592360 w 1785259"/>
              <a:gd name="connsiteY5-70" fmla="*/ 3256737 h 5460561"/>
              <a:gd name="connsiteX6-71" fmla="*/ 481029 w 1785259"/>
              <a:gd name="connsiteY6-72" fmla="*/ 2677958 h 5460561"/>
              <a:gd name="connsiteX7-73" fmla="*/ 277230 w 1785259"/>
              <a:gd name="connsiteY7-74" fmla="*/ 2219725 h 5460561"/>
              <a:gd name="connsiteX8-75" fmla="*/ 119523 w 1785259"/>
              <a:gd name="connsiteY8-76" fmla="*/ 665916 h 5460561"/>
              <a:gd name="connsiteX9-77" fmla="*/ 361880 w 1785259"/>
              <a:gd name="connsiteY9-78" fmla="*/ 367612 h 5460561"/>
              <a:gd name="connsiteX10-79" fmla="*/ 864738 w 1785259"/>
              <a:gd name="connsiteY10-80" fmla="*/ 102621 h 5460561"/>
              <a:gd name="connsiteX11-81" fmla="*/ 1513718 w 1785259"/>
              <a:gd name="connsiteY11-82" fmla="*/ 2221 h 5460561"/>
              <a:gd name="connsiteX12-83" fmla="*/ 1654604 w 1785259"/>
              <a:gd name="connsiteY12-84" fmla="*/ 600 h 5460561"/>
              <a:gd name="connsiteX13-85" fmla="*/ 1785259 w 1785259"/>
              <a:gd name="connsiteY13-86" fmla="*/ 99978 h 5460561"/>
              <a:gd name="connsiteX0-87" fmla="*/ 1678579 w 1678579"/>
              <a:gd name="connsiteY0-88" fmla="*/ 5416834 h 5460561"/>
              <a:gd name="connsiteX1-89" fmla="*/ 1176667 w 1678579"/>
              <a:gd name="connsiteY1-90" fmla="*/ 5427934 h 5460561"/>
              <a:gd name="connsiteX2-91" fmla="*/ 512297 w 1678579"/>
              <a:gd name="connsiteY2-92" fmla="*/ 5028415 h 5460561"/>
              <a:gd name="connsiteX3-93" fmla="*/ 314208 w 1678579"/>
              <a:gd name="connsiteY3-94" fmla="*/ 4177515 h 5460561"/>
              <a:gd name="connsiteX4-95" fmla="*/ 429138 w 1678579"/>
              <a:gd name="connsiteY4-96" fmla="*/ 3896286 h 5460561"/>
              <a:gd name="connsiteX5-97" fmla="*/ 592360 w 1678579"/>
              <a:gd name="connsiteY5-98" fmla="*/ 3256737 h 5460561"/>
              <a:gd name="connsiteX6-99" fmla="*/ 481029 w 1678579"/>
              <a:gd name="connsiteY6-100" fmla="*/ 2677958 h 5460561"/>
              <a:gd name="connsiteX7-101" fmla="*/ 277230 w 1678579"/>
              <a:gd name="connsiteY7-102" fmla="*/ 2219725 h 5460561"/>
              <a:gd name="connsiteX8-103" fmla="*/ 119523 w 1678579"/>
              <a:gd name="connsiteY8-104" fmla="*/ 665916 h 5460561"/>
              <a:gd name="connsiteX9-105" fmla="*/ 361880 w 1678579"/>
              <a:gd name="connsiteY9-106" fmla="*/ 367612 h 5460561"/>
              <a:gd name="connsiteX10-107" fmla="*/ 864738 w 1678579"/>
              <a:gd name="connsiteY10-108" fmla="*/ 102621 h 5460561"/>
              <a:gd name="connsiteX11-109" fmla="*/ 1513718 w 1678579"/>
              <a:gd name="connsiteY11-110" fmla="*/ 2221 h 5460561"/>
              <a:gd name="connsiteX12-111" fmla="*/ 1654604 w 1678579"/>
              <a:gd name="connsiteY12-112" fmla="*/ 600 h 5460561"/>
              <a:gd name="connsiteX0-113" fmla="*/ 1678579 w 1678579"/>
              <a:gd name="connsiteY0-114" fmla="*/ 5416834 h 5460561"/>
              <a:gd name="connsiteX1-115" fmla="*/ 1176667 w 1678579"/>
              <a:gd name="connsiteY1-116" fmla="*/ 5427934 h 5460561"/>
              <a:gd name="connsiteX2-117" fmla="*/ 512297 w 1678579"/>
              <a:gd name="connsiteY2-118" fmla="*/ 5028415 h 5460561"/>
              <a:gd name="connsiteX3-119" fmla="*/ 314208 w 1678579"/>
              <a:gd name="connsiteY3-120" fmla="*/ 4177515 h 5460561"/>
              <a:gd name="connsiteX4-121" fmla="*/ 429138 w 1678579"/>
              <a:gd name="connsiteY4-122" fmla="*/ 3896286 h 5460561"/>
              <a:gd name="connsiteX5-123" fmla="*/ 592360 w 1678579"/>
              <a:gd name="connsiteY5-124" fmla="*/ 3256737 h 5460561"/>
              <a:gd name="connsiteX6-125" fmla="*/ 481029 w 1678579"/>
              <a:gd name="connsiteY6-126" fmla="*/ 2677958 h 5460561"/>
              <a:gd name="connsiteX7-127" fmla="*/ 277230 w 1678579"/>
              <a:gd name="connsiteY7-128" fmla="*/ 2219725 h 5460561"/>
              <a:gd name="connsiteX8-129" fmla="*/ 119523 w 1678579"/>
              <a:gd name="connsiteY8-130" fmla="*/ 665916 h 5460561"/>
              <a:gd name="connsiteX9-131" fmla="*/ 361880 w 1678579"/>
              <a:gd name="connsiteY9-132" fmla="*/ 367612 h 5460561"/>
              <a:gd name="connsiteX10-133" fmla="*/ 864738 w 1678579"/>
              <a:gd name="connsiteY10-134" fmla="*/ 102621 h 5460561"/>
              <a:gd name="connsiteX11-135" fmla="*/ 1513718 w 1678579"/>
              <a:gd name="connsiteY11-136" fmla="*/ 2221 h 5460561"/>
              <a:gd name="connsiteX12-137" fmla="*/ 1672384 w 1678579"/>
              <a:gd name="connsiteY12-138" fmla="*/ 600 h 54605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/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/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-1" fmla="*/ 2445355 w 2536795"/>
                <a:gd name="connsiteY0-2" fmla="*/ 1315293 h 1406733"/>
                <a:gd name="connsiteX1-3" fmla="*/ 0 w 2536795"/>
                <a:gd name="connsiteY1-4" fmla="*/ 1315293 h 1406733"/>
                <a:gd name="connsiteX2-5" fmla="*/ 18759 w 2536795"/>
                <a:gd name="connsiteY2-6" fmla="*/ 1065812 h 1406733"/>
                <a:gd name="connsiteX3-7" fmla="*/ 421385 w 2536795"/>
                <a:gd name="connsiteY3-8" fmla="*/ 160260 h 1406733"/>
                <a:gd name="connsiteX4-9" fmla="*/ 945169 w 2536795"/>
                <a:gd name="connsiteY4-10" fmla="*/ 789 h 1406733"/>
                <a:gd name="connsiteX5-11" fmla="*/ 1083192 w 2536795"/>
                <a:gd name="connsiteY5-12" fmla="*/ 15575 h 1406733"/>
                <a:gd name="connsiteX6-13" fmla="*/ 1778340 w 2536795"/>
                <a:gd name="connsiteY6-14" fmla="*/ 301396 h 1406733"/>
                <a:gd name="connsiteX7-15" fmla="*/ 2419558 w 2536795"/>
                <a:gd name="connsiteY7-16" fmla="*/ 1243748 h 1406733"/>
                <a:gd name="connsiteX8-17" fmla="*/ 2536795 w 2536795"/>
                <a:gd name="connsiteY8-18" fmla="*/ 1406733 h 1406733"/>
                <a:gd name="connsiteX0-19" fmla="*/ 2445355 w 2445355"/>
                <a:gd name="connsiteY0-20" fmla="*/ 1315293 h 1315293"/>
                <a:gd name="connsiteX1-21" fmla="*/ 0 w 2445355"/>
                <a:gd name="connsiteY1-22" fmla="*/ 1315293 h 1315293"/>
                <a:gd name="connsiteX2-23" fmla="*/ 18759 w 2445355"/>
                <a:gd name="connsiteY2-24" fmla="*/ 1065812 h 1315293"/>
                <a:gd name="connsiteX3-25" fmla="*/ 421385 w 2445355"/>
                <a:gd name="connsiteY3-26" fmla="*/ 160260 h 1315293"/>
                <a:gd name="connsiteX4-27" fmla="*/ 945169 w 2445355"/>
                <a:gd name="connsiteY4-28" fmla="*/ 789 h 1315293"/>
                <a:gd name="connsiteX5-29" fmla="*/ 1083192 w 2445355"/>
                <a:gd name="connsiteY5-30" fmla="*/ 15575 h 1315293"/>
                <a:gd name="connsiteX6-31" fmla="*/ 1778340 w 2445355"/>
                <a:gd name="connsiteY6-32" fmla="*/ 301396 h 1315293"/>
                <a:gd name="connsiteX7-33" fmla="*/ 2419558 w 2445355"/>
                <a:gd name="connsiteY7-34" fmla="*/ 1243748 h 1315293"/>
                <a:gd name="connsiteX8-35" fmla="*/ 2430115 w 2445355"/>
                <a:gd name="connsiteY8-36" fmla="*/ 1294338 h 1315293"/>
                <a:gd name="connsiteX0-37" fmla="*/ 2445355 w 2445355"/>
                <a:gd name="connsiteY0-38" fmla="*/ 1315293 h 1315293"/>
                <a:gd name="connsiteX1-39" fmla="*/ 0 w 2445355"/>
                <a:gd name="connsiteY1-40" fmla="*/ 1315293 h 1315293"/>
                <a:gd name="connsiteX2-41" fmla="*/ 18759 w 2445355"/>
                <a:gd name="connsiteY2-42" fmla="*/ 1065812 h 1315293"/>
                <a:gd name="connsiteX3-43" fmla="*/ 421385 w 2445355"/>
                <a:gd name="connsiteY3-44" fmla="*/ 160260 h 1315293"/>
                <a:gd name="connsiteX4-45" fmla="*/ 945169 w 2445355"/>
                <a:gd name="connsiteY4-46" fmla="*/ 789 h 1315293"/>
                <a:gd name="connsiteX5-47" fmla="*/ 1083192 w 2445355"/>
                <a:gd name="connsiteY5-48" fmla="*/ 15575 h 1315293"/>
                <a:gd name="connsiteX6-49" fmla="*/ 1778340 w 2445355"/>
                <a:gd name="connsiteY6-50" fmla="*/ 301396 h 1315293"/>
                <a:gd name="connsiteX7-51" fmla="*/ 2419558 w 2445355"/>
                <a:gd name="connsiteY7-52" fmla="*/ 1243748 h 1315293"/>
                <a:gd name="connsiteX8-53" fmla="*/ 2430115 w 2445355"/>
                <a:gd name="connsiteY8-54" fmla="*/ 1294338 h 1315293"/>
                <a:gd name="connsiteX0-55" fmla="*/ 0 w 2430115"/>
                <a:gd name="connsiteY0-56" fmla="*/ 1315293 h 1315293"/>
                <a:gd name="connsiteX1-57" fmla="*/ 18759 w 2430115"/>
                <a:gd name="connsiteY1-58" fmla="*/ 1065812 h 1315293"/>
                <a:gd name="connsiteX2-59" fmla="*/ 421385 w 2430115"/>
                <a:gd name="connsiteY2-60" fmla="*/ 160260 h 1315293"/>
                <a:gd name="connsiteX3-61" fmla="*/ 945169 w 2430115"/>
                <a:gd name="connsiteY3-62" fmla="*/ 789 h 1315293"/>
                <a:gd name="connsiteX4-63" fmla="*/ 1083192 w 2430115"/>
                <a:gd name="connsiteY4-64" fmla="*/ 15575 h 1315293"/>
                <a:gd name="connsiteX5-65" fmla="*/ 1778340 w 2430115"/>
                <a:gd name="connsiteY5-66" fmla="*/ 301396 h 1315293"/>
                <a:gd name="connsiteX6-67" fmla="*/ 2419558 w 2430115"/>
                <a:gd name="connsiteY6-68" fmla="*/ 1243748 h 1315293"/>
                <a:gd name="connsiteX7-69" fmla="*/ 2430115 w 2430115"/>
                <a:gd name="connsiteY7-70" fmla="*/ 1294338 h 1315293"/>
                <a:gd name="connsiteX0-71" fmla="*/ 0 w 2430115"/>
                <a:gd name="connsiteY0-72" fmla="*/ 1281003 h 1294338"/>
                <a:gd name="connsiteX1-73" fmla="*/ 18759 w 2430115"/>
                <a:gd name="connsiteY1-74" fmla="*/ 1065812 h 1294338"/>
                <a:gd name="connsiteX2-75" fmla="*/ 421385 w 2430115"/>
                <a:gd name="connsiteY2-76" fmla="*/ 160260 h 1294338"/>
                <a:gd name="connsiteX3-77" fmla="*/ 945169 w 2430115"/>
                <a:gd name="connsiteY3-78" fmla="*/ 789 h 1294338"/>
                <a:gd name="connsiteX4-79" fmla="*/ 1083192 w 2430115"/>
                <a:gd name="connsiteY4-80" fmla="*/ 15575 h 1294338"/>
                <a:gd name="connsiteX5-81" fmla="*/ 1778340 w 2430115"/>
                <a:gd name="connsiteY5-82" fmla="*/ 301396 h 1294338"/>
                <a:gd name="connsiteX6-83" fmla="*/ 2419558 w 2430115"/>
                <a:gd name="connsiteY6-84" fmla="*/ 1243748 h 1294338"/>
                <a:gd name="connsiteX7-85" fmla="*/ 2430115 w 2430115"/>
                <a:gd name="connsiteY7-86" fmla="*/ 1294338 h 12943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-1" fmla="*/ 2441508 w 2532948"/>
                <a:gd name="connsiteY0-2" fmla="*/ 2924552 h 3015992"/>
                <a:gd name="connsiteX1-3" fmla="*/ 0 w 2532948"/>
                <a:gd name="connsiteY1-4" fmla="*/ 2924552 h 3015992"/>
                <a:gd name="connsiteX2-5" fmla="*/ 0 w 2532948"/>
                <a:gd name="connsiteY2-6" fmla="*/ 13617 h 3015992"/>
                <a:gd name="connsiteX3-7" fmla="*/ 59230 w 2532948"/>
                <a:gd name="connsiteY3-8" fmla="*/ 6396 h 3015992"/>
                <a:gd name="connsiteX4-9" fmla="*/ 194658 w 2532948"/>
                <a:gd name="connsiteY4-10" fmla="*/ 123 h 3015992"/>
                <a:gd name="connsiteX5-11" fmla="*/ 1254757 w 2532948"/>
                <a:gd name="connsiteY5-12" fmla="*/ 251792 h 3015992"/>
                <a:gd name="connsiteX6-13" fmla="*/ 2447922 w 2532948"/>
                <a:gd name="connsiteY6-14" fmla="*/ 2893553 h 3015992"/>
                <a:gd name="connsiteX7-15" fmla="*/ 2532948 w 2532948"/>
                <a:gd name="connsiteY7-16" fmla="*/ 3015992 h 3015992"/>
                <a:gd name="connsiteX0-17" fmla="*/ 0 w 2532948"/>
                <a:gd name="connsiteY0-18" fmla="*/ 2924552 h 3015992"/>
                <a:gd name="connsiteX1-19" fmla="*/ 0 w 2532948"/>
                <a:gd name="connsiteY1-20" fmla="*/ 13617 h 3015992"/>
                <a:gd name="connsiteX2-21" fmla="*/ 59230 w 2532948"/>
                <a:gd name="connsiteY2-22" fmla="*/ 6396 h 3015992"/>
                <a:gd name="connsiteX3-23" fmla="*/ 194658 w 2532948"/>
                <a:gd name="connsiteY3-24" fmla="*/ 123 h 3015992"/>
                <a:gd name="connsiteX4-25" fmla="*/ 1254757 w 2532948"/>
                <a:gd name="connsiteY4-26" fmla="*/ 251792 h 3015992"/>
                <a:gd name="connsiteX5-27" fmla="*/ 2447922 w 2532948"/>
                <a:gd name="connsiteY5-28" fmla="*/ 2893553 h 3015992"/>
                <a:gd name="connsiteX6-29" fmla="*/ 2532948 w 2532948"/>
                <a:gd name="connsiteY6-30" fmla="*/ 3015992 h 3015992"/>
                <a:gd name="connsiteX0-31" fmla="*/ 0 w 2532948"/>
                <a:gd name="connsiteY0-32" fmla="*/ 13617 h 3015992"/>
                <a:gd name="connsiteX1-33" fmla="*/ 59230 w 2532948"/>
                <a:gd name="connsiteY1-34" fmla="*/ 6396 h 3015992"/>
                <a:gd name="connsiteX2-35" fmla="*/ 194658 w 2532948"/>
                <a:gd name="connsiteY2-36" fmla="*/ 123 h 3015992"/>
                <a:gd name="connsiteX3-37" fmla="*/ 1254757 w 2532948"/>
                <a:gd name="connsiteY3-38" fmla="*/ 251792 h 3015992"/>
                <a:gd name="connsiteX4-39" fmla="*/ 2447922 w 2532948"/>
                <a:gd name="connsiteY4-40" fmla="*/ 2893553 h 3015992"/>
                <a:gd name="connsiteX5-41" fmla="*/ 2532948 w 2532948"/>
                <a:gd name="connsiteY5-42" fmla="*/ 3015992 h 3015992"/>
                <a:gd name="connsiteX0-43" fmla="*/ 0 w 2538663"/>
                <a:gd name="connsiteY0-44" fmla="*/ 25047 h 3015992"/>
                <a:gd name="connsiteX1-45" fmla="*/ 64945 w 2538663"/>
                <a:gd name="connsiteY1-46" fmla="*/ 6396 h 3015992"/>
                <a:gd name="connsiteX2-47" fmla="*/ 200373 w 2538663"/>
                <a:gd name="connsiteY2-48" fmla="*/ 123 h 3015992"/>
                <a:gd name="connsiteX3-49" fmla="*/ 1260472 w 2538663"/>
                <a:gd name="connsiteY3-50" fmla="*/ 251792 h 3015992"/>
                <a:gd name="connsiteX4-51" fmla="*/ 2453637 w 2538663"/>
                <a:gd name="connsiteY4-52" fmla="*/ 2893553 h 3015992"/>
                <a:gd name="connsiteX5-53" fmla="*/ 2538663 w 2538663"/>
                <a:gd name="connsiteY5-54" fmla="*/ 3015992 h 3015992"/>
                <a:gd name="connsiteX0-55" fmla="*/ 0 w 2538663"/>
                <a:gd name="connsiteY0-56" fmla="*/ 25047 h 3015992"/>
                <a:gd name="connsiteX1-57" fmla="*/ 63040 w 2538663"/>
                <a:gd name="connsiteY1-58" fmla="*/ 15921 h 3015992"/>
                <a:gd name="connsiteX2-59" fmla="*/ 200373 w 2538663"/>
                <a:gd name="connsiteY2-60" fmla="*/ 123 h 3015992"/>
                <a:gd name="connsiteX3-61" fmla="*/ 1260472 w 2538663"/>
                <a:gd name="connsiteY3-62" fmla="*/ 251792 h 3015992"/>
                <a:gd name="connsiteX4-63" fmla="*/ 2453637 w 2538663"/>
                <a:gd name="connsiteY4-64" fmla="*/ 2893553 h 3015992"/>
                <a:gd name="connsiteX5-65" fmla="*/ 2538663 w 2538663"/>
                <a:gd name="connsiteY5-66" fmla="*/ 3015992 h 3015992"/>
                <a:gd name="connsiteX0-67" fmla="*/ 0 w 2525328"/>
                <a:gd name="connsiteY0-68" fmla="*/ 28857 h 3015992"/>
                <a:gd name="connsiteX1-69" fmla="*/ 49705 w 2525328"/>
                <a:gd name="connsiteY1-70" fmla="*/ 15921 h 3015992"/>
                <a:gd name="connsiteX2-71" fmla="*/ 187038 w 2525328"/>
                <a:gd name="connsiteY2-72" fmla="*/ 123 h 3015992"/>
                <a:gd name="connsiteX3-73" fmla="*/ 1247137 w 2525328"/>
                <a:gd name="connsiteY3-74" fmla="*/ 251792 h 3015992"/>
                <a:gd name="connsiteX4-75" fmla="*/ 2440302 w 2525328"/>
                <a:gd name="connsiteY4-76" fmla="*/ 2893553 h 3015992"/>
                <a:gd name="connsiteX5-77" fmla="*/ 2525328 w 2525328"/>
                <a:gd name="connsiteY5-78" fmla="*/ 3015992 h 3015992"/>
                <a:gd name="connsiteX0-79" fmla="*/ 0 w 2469462"/>
                <a:gd name="connsiteY0-80" fmla="*/ 28857 h 2893553"/>
                <a:gd name="connsiteX1-81" fmla="*/ 49705 w 2469462"/>
                <a:gd name="connsiteY1-82" fmla="*/ 15921 h 2893553"/>
                <a:gd name="connsiteX2-83" fmla="*/ 187038 w 2469462"/>
                <a:gd name="connsiteY2-84" fmla="*/ 123 h 2893553"/>
                <a:gd name="connsiteX3-85" fmla="*/ 1247137 w 2469462"/>
                <a:gd name="connsiteY3-86" fmla="*/ 251792 h 2893553"/>
                <a:gd name="connsiteX4-87" fmla="*/ 2440302 w 2469462"/>
                <a:gd name="connsiteY4-88" fmla="*/ 2893553 h 28935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/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23"/>
            <a:ext cx="12192000" cy="1622323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11248390" y="6533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16560" y="5737225"/>
            <a:ext cx="4064000" cy="979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5169D-A74C-4484-CDAC-5BD8AC62CFD2}"/>
              </a:ext>
            </a:extLst>
          </p:cNvPr>
          <p:cNvSpPr txBox="1"/>
          <p:nvPr/>
        </p:nvSpPr>
        <p:spPr>
          <a:xfrm>
            <a:off x="3440506" y="3050312"/>
            <a:ext cx="5669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" panose="02020603050405020304" pitchFamily="18" charset="0"/>
                <a:cs typeface="Times" panose="02020603050405020304" pitchFamily="18" charset="0"/>
              </a:rPr>
              <a:t>TECHNICAL PRESENTATON </a:t>
            </a:r>
            <a:endParaRPr lang="en-IN" sz="28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0FFC3-5B6D-8477-C259-5F1D724CFDD6}"/>
              </a:ext>
            </a:extLst>
          </p:cNvPr>
          <p:cNvSpPr txBox="1"/>
          <p:nvPr/>
        </p:nvSpPr>
        <p:spPr>
          <a:xfrm>
            <a:off x="8165588" y="5531565"/>
            <a:ext cx="6165604" cy="83231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PRAVEEN KUMAR (192511135)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77F48-611E-2A7B-9F99-787587DE9D2E}"/>
              </a:ext>
            </a:extLst>
          </p:cNvPr>
          <p:cNvSpPr txBox="1"/>
          <p:nvPr/>
        </p:nvSpPr>
        <p:spPr>
          <a:xfrm>
            <a:off x="982137" y="2062724"/>
            <a:ext cx="10586515" cy="667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CSA0513 – CLOUD COMPUTING AND BIG DATA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1C54A4-95BF-50FE-815A-8AC0AF61C38E}"/>
              </a:ext>
            </a:extLst>
          </p:cNvPr>
          <p:cNvSpPr txBox="1"/>
          <p:nvPr/>
        </p:nvSpPr>
        <p:spPr>
          <a:xfrm>
            <a:off x="2448560" y="4128013"/>
            <a:ext cx="7561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Content Delivery Networks (CDNs) and Their Role in Cloud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843039" y="433746"/>
            <a:ext cx="33698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CDN?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1408410" y="6245860"/>
            <a:ext cx="4064000" cy="1022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0933B-AD92-A58E-9D03-C98061D29527}"/>
              </a:ext>
            </a:extLst>
          </p:cNvPr>
          <p:cNvSpPr txBox="1"/>
          <p:nvPr/>
        </p:nvSpPr>
        <p:spPr>
          <a:xfrm>
            <a:off x="1524449" y="1263414"/>
            <a:ext cx="10077616" cy="3719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CDN stands for </a:t>
            </a: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Content Delivery Network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It is a geographically distributed network of servers.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CDNs deliver web content to users from a server located closer to them.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They improve </a:t>
            </a: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website speed, performance, reliability, and availability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CDNs are widely used with cloud services and modern web applications.</a:t>
            </a:r>
            <a:endParaRPr lang="en-IN" sz="2400" i="0" spc="10" dirty="0">
              <a:solidFill>
                <a:srgbClr val="273239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525B2-AEAD-87A9-EA69-B2E4710F3944}"/>
              </a:ext>
            </a:extLst>
          </p:cNvPr>
          <p:cNvSpPr txBox="1"/>
          <p:nvPr/>
        </p:nvSpPr>
        <p:spPr>
          <a:xfrm>
            <a:off x="1273278" y="5322530"/>
            <a:ext cx="945371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Example:</a:t>
            </a:r>
            <a:b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When a user in India watches a video hosted by a global platform, the content can be delivered from a nearby CDN server instead of a distant central 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C41C5-7EF3-D41D-5809-F7A2F524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7CB2DC-C227-BA2A-25C1-9011F44D73BD}"/>
              </a:ext>
            </a:extLst>
          </p:cNvPr>
          <p:cNvSpPr txBox="1"/>
          <p:nvPr/>
        </p:nvSpPr>
        <p:spPr>
          <a:xfrm>
            <a:off x="3573563" y="427474"/>
            <a:ext cx="59793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CDN WORKS?</a:t>
            </a:r>
          </a:p>
        </p:txBody>
      </p:sp>
      <p:sp>
        <p:nvSpPr>
          <p:cNvPr id="2" name="Text Box 1">
            <a:extLst>
              <a:ext uri="{FF2B5EF4-FFF2-40B4-BE49-F238E27FC236}">
                <a16:creationId xmlns:a16="http://schemas.microsoft.com/office/drawing/2014/main" id="{79C80C82-7CB6-7CE9-F276-E1442AD13E80}"/>
              </a:ext>
            </a:extLst>
          </p:cNvPr>
          <p:cNvSpPr txBox="1"/>
          <p:nvPr/>
        </p:nvSpPr>
        <p:spPr>
          <a:xfrm>
            <a:off x="11408410" y="6245860"/>
            <a:ext cx="4064000" cy="1022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665E4-2A5D-CCA6-88FE-D054ED7950F2}"/>
              </a:ext>
            </a:extLst>
          </p:cNvPr>
          <p:cNvSpPr txBox="1"/>
          <p:nvPr/>
        </p:nvSpPr>
        <p:spPr>
          <a:xfrm>
            <a:off x="1524449" y="1263414"/>
            <a:ext cx="10077616" cy="3726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User requests content from a website.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The request is directed to a nearby </a:t>
            </a: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CDN Edge Server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If the content is cached, it is delivered immediately.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If not, the CDN gets it from the </a:t>
            </a: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Origin Server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marL="228600" marR="0" indent="0" algn="just" fontAlgn="base">
              <a:lnSpc>
                <a:spcPct val="150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The content can then be cached for future users.</a:t>
            </a:r>
            <a:endParaRPr lang="en-IN" sz="2400" i="0" spc="10" dirty="0">
              <a:solidFill>
                <a:srgbClr val="273239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8B466-AC47-D11B-DF0F-69E112C52763}"/>
              </a:ext>
            </a:extLst>
          </p:cNvPr>
          <p:cNvSpPr txBox="1"/>
          <p:nvPr/>
        </p:nvSpPr>
        <p:spPr>
          <a:xfrm>
            <a:off x="1273278" y="5322530"/>
            <a:ext cx="94537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Simple Flow:</a:t>
            </a:r>
            <a:b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	User → Nearest CDN Server → Origin Server</a:t>
            </a:r>
            <a:endParaRPr lang="en-IN" sz="22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89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00BB-AD08-BAB2-BBE8-F9DF0B60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8DE68-DE76-B38A-7FBC-BDD62AB0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A7E97F-C661-D540-49B3-8053A98732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0207" y="136525"/>
            <a:ext cx="10231582" cy="9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ctr" fontAlgn="base">
              <a:lnSpc>
                <a:spcPct val="200000"/>
              </a:lnSpc>
              <a:buNone/>
            </a:pPr>
            <a:r>
              <a:rPr lang="en-US" sz="3200" b="1" dirty="0">
                <a:latin typeface="Times" panose="02020603050405020304" pitchFamily="18" charset="0"/>
                <a:cs typeface="Times" panose="02020603050405020304" pitchFamily="18" charset="0"/>
              </a:rPr>
              <a:t>CDN ARCHITECTURE</a:t>
            </a:r>
            <a:endParaRPr lang="en-IN" sz="32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420ED-5FCA-EC66-DC6F-BB00E05AE2C8}"/>
              </a:ext>
            </a:extLst>
          </p:cNvPr>
          <p:cNvSpPr txBox="1"/>
          <p:nvPr/>
        </p:nvSpPr>
        <p:spPr>
          <a:xfrm>
            <a:off x="980208" y="1708256"/>
            <a:ext cx="10690681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Main Components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	Origin Server: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Stores the original content.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	Edge Servers: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Store cached copies near users.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	Users: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Request and access the content.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	Routing System: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 Directs users to a suitable edge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64F398-8F35-1D4E-D3F2-72250BA2F5DC}"/>
              </a:ext>
            </a:extLst>
          </p:cNvPr>
          <p:cNvSpPr txBox="1"/>
          <p:nvPr/>
        </p:nvSpPr>
        <p:spPr>
          <a:xfrm>
            <a:off x="1877961" y="2828903"/>
            <a:ext cx="933383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34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52A5-4A6D-31DE-CCB0-B5D4FF6E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4F178-D69E-E52E-1026-30E60AF5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F4773C-5489-983F-226A-CCD335B611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0209" y="136525"/>
            <a:ext cx="10231582" cy="9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ctr" fontAlgn="base">
              <a:lnSpc>
                <a:spcPct val="200000"/>
              </a:lnSpc>
              <a:buNone/>
            </a:pP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BENEFITS OF CDNs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3B5F2C-84B6-A1E4-0426-4C5C394CFCC0}"/>
              </a:ext>
            </a:extLst>
          </p:cNvPr>
          <p:cNvSpPr txBox="1"/>
          <p:nvPr/>
        </p:nvSpPr>
        <p:spPr>
          <a:xfrm>
            <a:off x="1877961" y="1647185"/>
            <a:ext cx="6096000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Faster website loading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Reduced network latency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Lower load on origin servers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Handles high traffic efficiently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Improved availability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Better user experience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Provides additional security features</a:t>
            </a:r>
          </a:p>
          <a:p>
            <a:pPr algn="just">
              <a:lnSpc>
                <a:spcPct val="150000"/>
              </a:lnSpc>
              <a:buNone/>
            </a:pPr>
            <a:b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</a:br>
            <a:endParaRPr lang="en-IN"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80209" y="163786"/>
            <a:ext cx="10231582" cy="5337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ctr" fontAlgn="base">
              <a:lnSpc>
                <a:spcPct val="200000"/>
              </a:lnSpc>
              <a:buNone/>
            </a:pPr>
            <a:r>
              <a:rPr lang="en-IN" sz="3200" b="1" dirty="0">
                <a:latin typeface="Times" panose="02020603050405020304" pitchFamily="18" charset="0"/>
                <a:cs typeface="Times" panose="02020603050405020304" pitchFamily="18" charset="0"/>
              </a:rPr>
              <a:t>REAL WORLD EXAMPLES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Popular CDN services include: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Amazon CloudFront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Cloudflare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Google Cloud CDN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Azure Front Door.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CDNs are used by many popular online platforms to deliver content quickly to users around the world.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94D8-D815-13F0-F610-9541D13A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4D78C-3174-860D-40C5-E321F621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DD6CA4-ED5D-4944-F3C9-FDCD6A44C9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0209" y="678031"/>
            <a:ext cx="10231582" cy="4309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ctr" fontAlgn="base">
              <a:lnSpc>
                <a:spcPct val="200000"/>
              </a:lnSpc>
              <a:buNone/>
            </a:pPr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</a:p>
          <a:p>
            <a:pPr algn="just" fontAlgn="base">
              <a:lnSpc>
                <a:spcPct val="200000"/>
              </a:lnSpc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CDNs distribute content through servers located around the world.</a:t>
            </a:r>
          </a:p>
          <a:p>
            <a:pPr algn="just" fontAlgn="base">
              <a:lnSpc>
                <a:spcPct val="200000"/>
              </a:lnSpc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They deliver content from locations closer to users.</a:t>
            </a:r>
          </a:p>
          <a:p>
            <a:pPr algn="just" fontAlgn="base">
              <a:lnSpc>
                <a:spcPct val="200000"/>
              </a:lnSpc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They improve </a:t>
            </a: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speed, performance, scalability, and reliability</a:t>
            </a: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algn="just" fontAlgn="base">
              <a:lnSpc>
                <a:spcPct val="200000"/>
              </a:lnSpc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CDNs are an important part of modern cloud services.</a:t>
            </a:r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06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2B964-8C72-FC0C-B0FE-F7933012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9BA45-04E9-70D6-E700-85D6CDB5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FF9495-A40A-5971-A8A6-AD5CF317DD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0209" y="2651545"/>
            <a:ext cx="10231582" cy="1240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ctr" fontAlgn="base">
              <a:lnSpc>
                <a:spcPct val="200000"/>
              </a:lnSpc>
              <a:buNone/>
            </a:pPr>
            <a:r>
              <a:rPr lang="en-US" sz="4400" b="1" dirty="0">
                <a:latin typeface="Times" panose="02020603050405020304" pitchFamily="18" charset="0"/>
                <a:cs typeface="Times" panose="02020603050405020304" pitchFamily="18" charset="0"/>
              </a:rPr>
              <a:t>T</a:t>
            </a:r>
            <a:r>
              <a:rPr lang="en-IN" sz="4400" b="1" dirty="0">
                <a:latin typeface="Times" panose="02020603050405020304" pitchFamily="18" charset="0"/>
                <a:cs typeface="Times" panose="02020603050405020304" pitchFamily="18" charset="0"/>
              </a:rPr>
              <a:t>HANK YOU </a:t>
            </a:r>
          </a:p>
        </p:txBody>
      </p:sp>
    </p:spTree>
    <p:extLst>
      <p:ext uri="{BB962C8B-B14F-4D97-AF65-F5344CB8AC3E}">
        <p14:creationId xmlns:p14="http://schemas.microsoft.com/office/powerpoint/2010/main" val="551740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E74F2271C62B4F976A288340876890" ma:contentTypeVersion="5" ma:contentTypeDescription="Create a new document." ma:contentTypeScope="" ma:versionID="8e428a0e3dffbc70538a36fad21d4b01">
  <xsd:schema xmlns:xsd="http://www.w3.org/2001/XMLSchema" xmlns:xs="http://www.w3.org/2001/XMLSchema" xmlns:p="http://schemas.microsoft.com/office/2006/metadata/properties" xmlns:ns3="b7f245b7-b89d-48bc-838f-06a83d6bbd26" targetNamespace="http://schemas.microsoft.com/office/2006/metadata/properties" ma:root="true" ma:fieldsID="a694ac21fbb25f1e5f1b92ce40954f22" ns3:_="">
    <xsd:import namespace="b7f245b7-b89d-48bc-838f-06a83d6bbd2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f245b7-b89d-48bc-838f-06a83d6bbd2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f245b7-b89d-48bc-838f-06a83d6bbd2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EC8439-F66C-4262-A277-DB15E30D7E85}">
  <ds:schemaRefs/>
</ds:datastoreItem>
</file>

<file path=customXml/itemProps2.xml><?xml version="1.0" encoding="utf-8"?>
<ds:datastoreItem xmlns:ds="http://schemas.openxmlformats.org/officeDocument/2006/customXml" ds:itemID="{85DF9CEC-52C2-4D14-B2F5-11176002A8B6}">
  <ds:schemaRefs/>
</ds:datastoreItem>
</file>

<file path=customXml/itemProps3.xml><?xml version="1.0" encoding="utf-8"?>
<ds:datastoreItem xmlns:ds="http://schemas.openxmlformats.org/officeDocument/2006/customXml" ds:itemID="{1249AD37-9510-4A2D-B790-12C439A83F9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93</TotalTime>
  <Words>351</Words>
  <Application>Microsoft Office PowerPoint</Application>
  <PresentationFormat>Widescreen</PresentationFormat>
  <Paragraphs>57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Sagona Book</vt:lpstr>
      <vt:lpstr>Times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 DEEPIKA</dc:creator>
  <cp:lastModifiedBy>Praveen Kumar</cp:lastModifiedBy>
  <cp:revision>39</cp:revision>
  <dcterms:created xsi:type="dcterms:W3CDTF">2025-02-21T17:05:00Z</dcterms:created>
  <dcterms:modified xsi:type="dcterms:W3CDTF">2026-07-23T03:44:03Z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0x010100D4E74F2271C62B4F976A288340876890</vt:lpwstr>
  </property>
  <property fmtid="{D5CDD505-2E9C-101B-9397-08002B2CF9AE}" pid="3" name="MediaServiceImageTags">
    <vt:lpwstr/>
  </property>
  <property fmtid="{D5CDD505-2E9C-101B-9397-08002B2CF9AE}" pid="4" name="ICV">
    <vt:lpwstr>3E34C894580743ACAE7AD93DC1A9585E_12</vt:lpwstr>
  </property>
  <property fmtid="{D5CDD505-2E9C-101B-9397-08002B2CF9AE}" pid="5" name="KSOProductBuildVer">
    <vt:lpwstr>1033-12.2.0.23155</vt:lpwstr>
  </property>
</Properties>
</file>